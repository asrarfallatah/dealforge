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3650" y="1528445"/>
            <a:ext cx="377825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2244B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2244B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2244B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2244B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95227" cy="218707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3429635" cy="1967864"/>
          </a:xfrm>
          <a:custGeom>
            <a:avLst/>
            <a:gdLst/>
            <a:ahLst/>
            <a:cxnLst/>
            <a:rect l="l" t="t" r="r" b="b"/>
            <a:pathLst>
              <a:path w="3429635" h="1967864">
                <a:moveTo>
                  <a:pt x="1096162" y="1939721"/>
                </a:moveTo>
                <a:lnTo>
                  <a:pt x="1069086" y="1921954"/>
                </a:lnTo>
                <a:lnTo>
                  <a:pt x="1063396" y="1923910"/>
                </a:lnTo>
                <a:lnTo>
                  <a:pt x="1058976" y="1927860"/>
                </a:lnTo>
                <a:lnTo>
                  <a:pt x="1056652" y="1929980"/>
                </a:lnTo>
                <a:lnTo>
                  <a:pt x="1054836" y="1932495"/>
                </a:lnTo>
                <a:lnTo>
                  <a:pt x="1053617" y="1935226"/>
                </a:lnTo>
                <a:lnTo>
                  <a:pt x="507517" y="1758937"/>
                </a:lnTo>
                <a:lnTo>
                  <a:pt x="509143" y="1752130"/>
                </a:lnTo>
                <a:lnTo>
                  <a:pt x="507530" y="1744649"/>
                </a:lnTo>
                <a:lnTo>
                  <a:pt x="502564" y="1739049"/>
                </a:lnTo>
                <a:lnTo>
                  <a:pt x="483298" y="1731467"/>
                </a:lnTo>
                <a:lnTo>
                  <a:pt x="479463" y="1732368"/>
                </a:lnTo>
                <a:lnTo>
                  <a:pt x="475983" y="1734159"/>
                </a:lnTo>
                <a:lnTo>
                  <a:pt x="95821" y="1199515"/>
                </a:lnTo>
                <a:lnTo>
                  <a:pt x="97751" y="1193355"/>
                </a:lnTo>
                <a:lnTo>
                  <a:pt x="97840" y="1186954"/>
                </a:lnTo>
                <a:lnTo>
                  <a:pt x="96088" y="1180719"/>
                </a:lnTo>
                <a:lnTo>
                  <a:pt x="92443" y="1175105"/>
                </a:lnTo>
                <a:lnTo>
                  <a:pt x="89268" y="1171562"/>
                </a:lnTo>
                <a:lnTo>
                  <a:pt x="85191" y="1169289"/>
                </a:lnTo>
                <a:lnTo>
                  <a:pt x="75260" y="1167066"/>
                </a:lnTo>
                <a:lnTo>
                  <a:pt x="69227" y="1167993"/>
                </a:lnTo>
                <a:lnTo>
                  <a:pt x="64198" y="1171155"/>
                </a:lnTo>
                <a:lnTo>
                  <a:pt x="0" y="1127086"/>
                </a:lnTo>
                <a:lnTo>
                  <a:pt x="0" y="1134198"/>
                </a:lnTo>
                <a:lnTo>
                  <a:pt x="59512" y="1175042"/>
                </a:lnTo>
                <a:lnTo>
                  <a:pt x="55270" y="1181950"/>
                </a:lnTo>
                <a:lnTo>
                  <a:pt x="53771" y="1189710"/>
                </a:lnTo>
                <a:lnTo>
                  <a:pt x="55105" y="1197521"/>
                </a:lnTo>
                <a:lnTo>
                  <a:pt x="59347" y="1204544"/>
                </a:lnTo>
                <a:lnTo>
                  <a:pt x="62560" y="1208138"/>
                </a:lnTo>
                <a:lnTo>
                  <a:pt x="66636" y="1210424"/>
                </a:lnTo>
                <a:lnTo>
                  <a:pt x="77736" y="1212913"/>
                </a:lnTo>
                <a:lnTo>
                  <a:pt x="85077" y="1211249"/>
                </a:lnTo>
                <a:lnTo>
                  <a:pt x="90601" y="1206334"/>
                </a:lnTo>
                <a:lnTo>
                  <a:pt x="91186" y="1205776"/>
                </a:lnTo>
                <a:lnTo>
                  <a:pt x="91681" y="1205166"/>
                </a:lnTo>
                <a:lnTo>
                  <a:pt x="92176" y="1204595"/>
                </a:lnTo>
                <a:lnTo>
                  <a:pt x="471055" y="1737436"/>
                </a:lnTo>
                <a:lnTo>
                  <a:pt x="466763" y="1741385"/>
                </a:lnTo>
                <a:lnTo>
                  <a:pt x="464197" y="1746681"/>
                </a:lnTo>
                <a:lnTo>
                  <a:pt x="463854" y="1752549"/>
                </a:lnTo>
                <a:lnTo>
                  <a:pt x="463511" y="1758442"/>
                </a:lnTo>
                <a:lnTo>
                  <a:pt x="465493" y="1764106"/>
                </a:lnTo>
                <a:lnTo>
                  <a:pt x="469455" y="1768538"/>
                </a:lnTo>
                <a:lnTo>
                  <a:pt x="472643" y="1772119"/>
                </a:lnTo>
                <a:lnTo>
                  <a:pt x="476745" y="1774418"/>
                </a:lnTo>
                <a:lnTo>
                  <a:pt x="487819" y="1776895"/>
                </a:lnTo>
                <a:lnTo>
                  <a:pt x="495185" y="1775231"/>
                </a:lnTo>
                <a:lnTo>
                  <a:pt x="500684" y="1770316"/>
                </a:lnTo>
                <a:lnTo>
                  <a:pt x="502615" y="1768576"/>
                </a:lnTo>
                <a:lnTo>
                  <a:pt x="504126" y="1766557"/>
                </a:lnTo>
                <a:lnTo>
                  <a:pt x="505294" y="1764385"/>
                </a:lnTo>
                <a:lnTo>
                  <a:pt x="1051915" y="1940890"/>
                </a:lnTo>
                <a:lnTo>
                  <a:pt x="1050899" y="1947214"/>
                </a:lnTo>
                <a:lnTo>
                  <a:pt x="1052499" y="1953958"/>
                </a:lnTo>
                <a:lnTo>
                  <a:pt x="1057135" y="1959114"/>
                </a:lnTo>
                <a:lnTo>
                  <a:pt x="1060348" y="1962708"/>
                </a:lnTo>
                <a:lnTo>
                  <a:pt x="1064399" y="1964994"/>
                </a:lnTo>
                <a:lnTo>
                  <a:pt x="1075499" y="1967484"/>
                </a:lnTo>
                <a:lnTo>
                  <a:pt x="1082852" y="1965845"/>
                </a:lnTo>
                <a:lnTo>
                  <a:pt x="1088390" y="1960905"/>
                </a:lnTo>
                <a:lnTo>
                  <a:pt x="1092784" y="1956955"/>
                </a:lnTo>
                <a:lnTo>
                  <a:pt x="1095400" y="1951570"/>
                </a:lnTo>
                <a:lnTo>
                  <a:pt x="1095730" y="1945640"/>
                </a:lnTo>
                <a:lnTo>
                  <a:pt x="1096162" y="1939721"/>
                </a:lnTo>
                <a:close/>
              </a:path>
              <a:path w="3429635" h="1967864">
                <a:moveTo>
                  <a:pt x="2883077" y="1016000"/>
                </a:moveTo>
                <a:lnTo>
                  <a:pt x="2881071" y="1016000"/>
                </a:lnTo>
                <a:lnTo>
                  <a:pt x="2873946" y="1003300"/>
                </a:lnTo>
                <a:lnTo>
                  <a:pt x="2842679" y="1003300"/>
                </a:lnTo>
                <a:lnTo>
                  <a:pt x="2397163" y="762000"/>
                </a:lnTo>
                <a:lnTo>
                  <a:pt x="2398103" y="749300"/>
                </a:lnTo>
                <a:lnTo>
                  <a:pt x="2398725" y="749300"/>
                </a:lnTo>
                <a:lnTo>
                  <a:pt x="2399207" y="736600"/>
                </a:lnTo>
                <a:lnTo>
                  <a:pt x="2397201" y="736600"/>
                </a:lnTo>
                <a:lnTo>
                  <a:pt x="2390114" y="723900"/>
                </a:lnTo>
                <a:lnTo>
                  <a:pt x="2375141" y="723900"/>
                </a:lnTo>
                <a:lnTo>
                  <a:pt x="2369515" y="709345"/>
                </a:lnTo>
                <a:lnTo>
                  <a:pt x="2369515" y="723900"/>
                </a:lnTo>
                <a:lnTo>
                  <a:pt x="2364371" y="723900"/>
                </a:lnTo>
                <a:lnTo>
                  <a:pt x="2360180" y="736600"/>
                </a:lnTo>
                <a:lnTo>
                  <a:pt x="2357374" y="736600"/>
                </a:lnTo>
                <a:lnTo>
                  <a:pt x="2000224" y="596900"/>
                </a:lnTo>
                <a:lnTo>
                  <a:pt x="2002066" y="584200"/>
                </a:lnTo>
                <a:lnTo>
                  <a:pt x="2000504" y="571500"/>
                </a:lnTo>
                <a:lnTo>
                  <a:pt x="1990191" y="571500"/>
                </a:lnTo>
                <a:lnTo>
                  <a:pt x="2145703" y="165100"/>
                </a:lnTo>
                <a:lnTo>
                  <a:pt x="2153818" y="165100"/>
                </a:lnTo>
                <a:lnTo>
                  <a:pt x="2369515" y="723900"/>
                </a:lnTo>
                <a:lnTo>
                  <a:pt x="2369515" y="709345"/>
                </a:lnTo>
                <a:lnTo>
                  <a:pt x="2159152" y="165100"/>
                </a:lnTo>
                <a:lnTo>
                  <a:pt x="2160892" y="152400"/>
                </a:lnTo>
                <a:lnTo>
                  <a:pt x="2169109" y="152400"/>
                </a:lnTo>
                <a:lnTo>
                  <a:pt x="2171369" y="139700"/>
                </a:lnTo>
                <a:lnTo>
                  <a:pt x="2217318" y="127000"/>
                </a:lnTo>
                <a:lnTo>
                  <a:pt x="2676893" y="0"/>
                </a:lnTo>
                <a:lnTo>
                  <a:pt x="2656040" y="0"/>
                </a:lnTo>
                <a:lnTo>
                  <a:pt x="2170734" y="127000"/>
                </a:lnTo>
                <a:lnTo>
                  <a:pt x="2163445" y="127000"/>
                </a:lnTo>
                <a:lnTo>
                  <a:pt x="2160117" y="114300"/>
                </a:lnTo>
                <a:lnTo>
                  <a:pt x="2156574" y="114300"/>
                </a:lnTo>
                <a:lnTo>
                  <a:pt x="2176742" y="0"/>
                </a:lnTo>
                <a:lnTo>
                  <a:pt x="2170811" y="0"/>
                </a:lnTo>
                <a:lnTo>
                  <a:pt x="2150834" y="114300"/>
                </a:lnTo>
                <a:lnTo>
                  <a:pt x="2141588" y="114300"/>
                </a:lnTo>
                <a:lnTo>
                  <a:pt x="2080361" y="0"/>
                </a:lnTo>
                <a:lnTo>
                  <a:pt x="2073859" y="0"/>
                </a:lnTo>
                <a:lnTo>
                  <a:pt x="2136483" y="127000"/>
                </a:lnTo>
                <a:lnTo>
                  <a:pt x="2131809" y="127000"/>
                </a:lnTo>
                <a:lnTo>
                  <a:pt x="1939798" y="0"/>
                </a:lnTo>
                <a:lnTo>
                  <a:pt x="1929472" y="0"/>
                </a:lnTo>
                <a:lnTo>
                  <a:pt x="2129002" y="127000"/>
                </a:lnTo>
                <a:lnTo>
                  <a:pt x="2126119" y="139700"/>
                </a:lnTo>
                <a:lnTo>
                  <a:pt x="2127326" y="152400"/>
                </a:lnTo>
                <a:lnTo>
                  <a:pt x="2137473" y="152400"/>
                </a:lnTo>
                <a:lnTo>
                  <a:pt x="2140039" y="165100"/>
                </a:lnTo>
                <a:lnTo>
                  <a:pt x="1984768" y="558800"/>
                </a:lnTo>
                <a:lnTo>
                  <a:pt x="1974024" y="558800"/>
                </a:lnTo>
                <a:lnTo>
                  <a:pt x="1971179" y="571500"/>
                </a:lnTo>
                <a:lnTo>
                  <a:pt x="1654721" y="0"/>
                </a:lnTo>
                <a:lnTo>
                  <a:pt x="1648066" y="0"/>
                </a:lnTo>
                <a:lnTo>
                  <a:pt x="1966112" y="571500"/>
                </a:lnTo>
                <a:lnTo>
                  <a:pt x="1965502" y="571500"/>
                </a:lnTo>
                <a:lnTo>
                  <a:pt x="1377556" y="0"/>
                </a:lnTo>
                <a:lnTo>
                  <a:pt x="1372933" y="0"/>
                </a:lnTo>
                <a:lnTo>
                  <a:pt x="1961261" y="571500"/>
                </a:lnTo>
                <a:lnTo>
                  <a:pt x="1960587" y="571500"/>
                </a:lnTo>
                <a:lnTo>
                  <a:pt x="1957984" y="570191"/>
                </a:lnTo>
                <a:lnTo>
                  <a:pt x="1957984" y="584200"/>
                </a:lnTo>
                <a:lnTo>
                  <a:pt x="1956473" y="584200"/>
                </a:lnTo>
                <a:lnTo>
                  <a:pt x="1957362" y="596900"/>
                </a:lnTo>
                <a:lnTo>
                  <a:pt x="1063142" y="901700"/>
                </a:lnTo>
                <a:lnTo>
                  <a:pt x="1062228" y="889000"/>
                </a:lnTo>
                <a:lnTo>
                  <a:pt x="1051560" y="889000"/>
                </a:lnTo>
                <a:lnTo>
                  <a:pt x="1055001" y="876300"/>
                </a:lnTo>
                <a:lnTo>
                  <a:pt x="1230807" y="228600"/>
                </a:lnTo>
                <a:lnTo>
                  <a:pt x="1252588" y="228600"/>
                </a:lnTo>
                <a:lnTo>
                  <a:pt x="1957984" y="584200"/>
                </a:lnTo>
                <a:lnTo>
                  <a:pt x="1957984" y="570191"/>
                </a:lnTo>
                <a:lnTo>
                  <a:pt x="1255839" y="215900"/>
                </a:lnTo>
                <a:lnTo>
                  <a:pt x="1257693" y="215900"/>
                </a:lnTo>
                <a:lnTo>
                  <a:pt x="1257731" y="203200"/>
                </a:lnTo>
                <a:lnTo>
                  <a:pt x="1252334" y="203200"/>
                </a:lnTo>
                <a:lnTo>
                  <a:pt x="1250962" y="190500"/>
                </a:lnTo>
                <a:lnTo>
                  <a:pt x="1247825" y="190500"/>
                </a:lnTo>
                <a:lnTo>
                  <a:pt x="1354569" y="0"/>
                </a:lnTo>
                <a:lnTo>
                  <a:pt x="1348816" y="0"/>
                </a:lnTo>
                <a:lnTo>
                  <a:pt x="1242491" y="190500"/>
                </a:lnTo>
                <a:lnTo>
                  <a:pt x="1219504" y="190500"/>
                </a:lnTo>
                <a:lnTo>
                  <a:pt x="1218272" y="203200"/>
                </a:lnTo>
                <a:lnTo>
                  <a:pt x="1217218" y="203200"/>
                </a:lnTo>
                <a:lnTo>
                  <a:pt x="878319" y="0"/>
                </a:lnTo>
                <a:lnTo>
                  <a:pt x="866978" y="0"/>
                </a:lnTo>
                <a:lnTo>
                  <a:pt x="1214729" y="203200"/>
                </a:lnTo>
                <a:lnTo>
                  <a:pt x="1212519" y="215900"/>
                </a:lnTo>
                <a:lnTo>
                  <a:pt x="1213954" y="215900"/>
                </a:lnTo>
                <a:lnTo>
                  <a:pt x="1219314" y="228600"/>
                </a:lnTo>
                <a:lnTo>
                  <a:pt x="1225283" y="228600"/>
                </a:lnTo>
                <a:lnTo>
                  <a:pt x="1045895" y="876300"/>
                </a:lnTo>
                <a:lnTo>
                  <a:pt x="1037259" y="876300"/>
                </a:lnTo>
                <a:lnTo>
                  <a:pt x="743813" y="0"/>
                </a:lnTo>
                <a:lnTo>
                  <a:pt x="737616" y="0"/>
                </a:lnTo>
                <a:lnTo>
                  <a:pt x="1031709" y="889000"/>
                </a:lnTo>
                <a:lnTo>
                  <a:pt x="1025525" y="889000"/>
                </a:lnTo>
                <a:lnTo>
                  <a:pt x="206235" y="228600"/>
                </a:lnTo>
                <a:lnTo>
                  <a:pt x="211023" y="228600"/>
                </a:lnTo>
                <a:lnTo>
                  <a:pt x="212559" y="215900"/>
                </a:lnTo>
                <a:lnTo>
                  <a:pt x="210781" y="215900"/>
                </a:lnTo>
                <a:lnTo>
                  <a:pt x="230962" y="203200"/>
                </a:lnTo>
                <a:lnTo>
                  <a:pt x="553948" y="0"/>
                </a:lnTo>
                <a:lnTo>
                  <a:pt x="542899" y="0"/>
                </a:lnTo>
                <a:lnTo>
                  <a:pt x="208546" y="203200"/>
                </a:lnTo>
                <a:lnTo>
                  <a:pt x="202819" y="203200"/>
                </a:lnTo>
                <a:lnTo>
                  <a:pt x="198729" y="190500"/>
                </a:lnTo>
                <a:lnTo>
                  <a:pt x="188556" y="190500"/>
                </a:lnTo>
                <a:lnTo>
                  <a:pt x="160235" y="0"/>
                </a:lnTo>
                <a:lnTo>
                  <a:pt x="154317" y="0"/>
                </a:lnTo>
                <a:lnTo>
                  <a:pt x="182791" y="190500"/>
                </a:lnTo>
                <a:lnTo>
                  <a:pt x="179870" y="190500"/>
                </a:lnTo>
                <a:lnTo>
                  <a:pt x="177152" y="203200"/>
                </a:lnTo>
                <a:lnTo>
                  <a:pt x="172859" y="203200"/>
                </a:lnTo>
                <a:lnTo>
                  <a:pt x="0" y="38100"/>
                </a:lnTo>
                <a:lnTo>
                  <a:pt x="0" y="50800"/>
                </a:lnTo>
                <a:lnTo>
                  <a:pt x="169545" y="203200"/>
                </a:lnTo>
                <a:lnTo>
                  <a:pt x="167538" y="215900"/>
                </a:lnTo>
                <a:lnTo>
                  <a:pt x="169316" y="228600"/>
                </a:lnTo>
                <a:lnTo>
                  <a:pt x="176149" y="228600"/>
                </a:lnTo>
                <a:lnTo>
                  <a:pt x="180251" y="241300"/>
                </a:lnTo>
                <a:lnTo>
                  <a:pt x="196646" y="241300"/>
                </a:lnTo>
                <a:lnTo>
                  <a:pt x="201777" y="228600"/>
                </a:lnTo>
                <a:lnTo>
                  <a:pt x="1022248" y="889000"/>
                </a:lnTo>
                <a:lnTo>
                  <a:pt x="1020724" y="901700"/>
                </a:lnTo>
                <a:lnTo>
                  <a:pt x="1020267" y="901700"/>
                </a:lnTo>
                <a:lnTo>
                  <a:pt x="782701" y="914400"/>
                </a:lnTo>
                <a:lnTo>
                  <a:pt x="780249" y="914400"/>
                </a:lnTo>
                <a:lnTo>
                  <a:pt x="774903" y="901700"/>
                </a:lnTo>
                <a:lnTo>
                  <a:pt x="746721" y="901700"/>
                </a:lnTo>
                <a:lnTo>
                  <a:pt x="741578" y="914400"/>
                </a:lnTo>
                <a:lnTo>
                  <a:pt x="739178" y="914400"/>
                </a:lnTo>
                <a:lnTo>
                  <a:pt x="739457" y="927100"/>
                </a:lnTo>
                <a:lnTo>
                  <a:pt x="445084" y="1028700"/>
                </a:lnTo>
                <a:lnTo>
                  <a:pt x="444195" y="1016000"/>
                </a:lnTo>
                <a:lnTo>
                  <a:pt x="437146" y="1016000"/>
                </a:lnTo>
                <a:lnTo>
                  <a:pt x="433070" y="1003300"/>
                </a:lnTo>
                <a:lnTo>
                  <a:pt x="415823" y="1003300"/>
                </a:lnTo>
                <a:lnTo>
                  <a:pt x="0" y="165100"/>
                </a:lnTo>
                <a:lnTo>
                  <a:pt x="0" y="177800"/>
                </a:lnTo>
                <a:lnTo>
                  <a:pt x="410743" y="1016000"/>
                </a:lnTo>
                <a:lnTo>
                  <a:pt x="408114" y="1016000"/>
                </a:lnTo>
                <a:lnTo>
                  <a:pt x="0" y="635000"/>
                </a:lnTo>
                <a:lnTo>
                  <a:pt x="404545" y="1016000"/>
                </a:lnTo>
                <a:lnTo>
                  <a:pt x="402958" y="1016000"/>
                </a:lnTo>
                <a:lnTo>
                  <a:pt x="401942" y="1028700"/>
                </a:lnTo>
                <a:lnTo>
                  <a:pt x="401421" y="1028700"/>
                </a:lnTo>
                <a:lnTo>
                  <a:pt x="403415" y="1041400"/>
                </a:lnTo>
                <a:lnTo>
                  <a:pt x="410502" y="1054100"/>
                </a:lnTo>
                <a:lnTo>
                  <a:pt x="428942" y="1054100"/>
                </a:lnTo>
                <a:lnTo>
                  <a:pt x="541502" y="1320800"/>
                </a:lnTo>
                <a:lnTo>
                  <a:pt x="542036" y="1320800"/>
                </a:lnTo>
                <a:lnTo>
                  <a:pt x="945959" y="1435011"/>
                </a:lnTo>
                <a:lnTo>
                  <a:pt x="947966" y="1447800"/>
                </a:lnTo>
                <a:lnTo>
                  <a:pt x="955078" y="1447800"/>
                </a:lnTo>
                <a:lnTo>
                  <a:pt x="959180" y="1460500"/>
                </a:lnTo>
                <a:lnTo>
                  <a:pt x="977620" y="1460500"/>
                </a:lnTo>
                <a:lnTo>
                  <a:pt x="983132" y="1447800"/>
                </a:lnTo>
                <a:lnTo>
                  <a:pt x="988390" y="1447800"/>
                </a:lnTo>
                <a:lnTo>
                  <a:pt x="990473" y="1435011"/>
                </a:lnTo>
                <a:lnTo>
                  <a:pt x="989342" y="1422400"/>
                </a:lnTo>
                <a:lnTo>
                  <a:pt x="981798" y="1422400"/>
                </a:lnTo>
                <a:lnTo>
                  <a:pt x="977760" y="1409700"/>
                </a:lnTo>
                <a:lnTo>
                  <a:pt x="965873" y="1409700"/>
                </a:lnTo>
                <a:lnTo>
                  <a:pt x="960145" y="1395996"/>
                </a:lnTo>
                <a:lnTo>
                  <a:pt x="960145" y="1409700"/>
                </a:lnTo>
                <a:lnTo>
                  <a:pt x="955573" y="1409700"/>
                </a:lnTo>
                <a:lnTo>
                  <a:pt x="950734" y="1422400"/>
                </a:lnTo>
                <a:lnTo>
                  <a:pt x="947445" y="1422400"/>
                </a:lnTo>
                <a:lnTo>
                  <a:pt x="546328" y="1308100"/>
                </a:lnTo>
                <a:lnTo>
                  <a:pt x="434403" y="1054100"/>
                </a:lnTo>
                <a:lnTo>
                  <a:pt x="435889" y="1054100"/>
                </a:lnTo>
                <a:lnTo>
                  <a:pt x="437273" y="1041400"/>
                </a:lnTo>
                <a:lnTo>
                  <a:pt x="445617" y="1041400"/>
                </a:lnTo>
                <a:lnTo>
                  <a:pt x="445858" y="1028700"/>
                </a:lnTo>
                <a:lnTo>
                  <a:pt x="740473" y="927100"/>
                </a:lnTo>
                <a:lnTo>
                  <a:pt x="741375" y="927100"/>
                </a:lnTo>
                <a:lnTo>
                  <a:pt x="742873" y="939800"/>
                </a:lnTo>
                <a:lnTo>
                  <a:pt x="763790" y="939800"/>
                </a:lnTo>
                <a:lnTo>
                  <a:pt x="960145" y="1409700"/>
                </a:lnTo>
                <a:lnTo>
                  <a:pt x="960145" y="1395996"/>
                </a:lnTo>
                <a:lnTo>
                  <a:pt x="769581" y="939800"/>
                </a:lnTo>
                <a:lnTo>
                  <a:pt x="771817" y="939800"/>
                </a:lnTo>
                <a:lnTo>
                  <a:pt x="1478978" y="1752600"/>
                </a:lnTo>
                <a:lnTo>
                  <a:pt x="1474889" y="1752600"/>
                </a:lnTo>
                <a:lnTo>
                  <a:pt x="1474673" y="1765300"/>
                </a:lnTo>
                <a:lnTo>
                  <a:pt x="1474330" y="1765300"/>
                </a:lnTo>
                <a:lnTo>
                  <a:pt x="1476311" y="1778000"/>
                </a:lnTo>
                <a:lnTo>
                  <a:pt x="1483461" y="1778000"/>
                </a:lnTo>
                <a:lnTo>
                  <a:pt x="1487563" y="1790700"/>
                </a:lnTo>
                <a:lnTo>
                  <a:pt x="1506004" y="1790700"/>
                </a:lnTo>
                <a:lnTo>
                  <a:pt x="1511515" y="1778000"/>
                </a:lnTo>
                <a:lnTo>
                  <a:pt x="1516062" y="1778000"/>
                </a:lnTo>
                <a:lnTo>
                  <a:pt x="1518437" y="1765300"/>
                </a:lnTo>
                <a:lnTo>
                  <a:pt x="1518627" y="1765300"/>
                </a:lnTo>
                <a:lnTo>
                  <a:pt x="1516621" y="1752600"/>
                </a:lnTo>
                <a:lnTo>
                  <a:pt x="1973503" y="1422400"/>
                </a:lnTo>
                <a:lnTo>
                  <a:pt x="1976564" y="1435011"/>
                </a:lnTo>
                <a:lnTo>
                  <a:pt x="1997659" y="1435011"/>
                </a:lnTo>
                <a:lnTo>
                  <a:pt x="2092947" y="1739900"/>
                </a:lnTo>
                <a:lnTo>
                  <a:pt x="2084184" y="1739900"/>
                </a:lnTo>
                <a:lnTo>
                  <a:pt x="2078901" y="1752600"/>
                </a:lnTo>
                <a:lnTo>
                  <a:pt x="2076818" y="1752600"/>
                </a:lnTo>
                <a:lnTo>
                  <a:pt x="2077974" y="1765300"/>
                </a:lnTo>
                <a:lnTo>
                  <a:pt x="2082393" y="1778000"/>
                </a:lnTo>
                <a:lnTo>
                  <a:pt x="2113584" y="1778000"/>
                </a:lnTo>
                <a:lnTo>
                  <a:pt x="2118868" y="1765300"/>
                </a:lnTo>
                <a:lnTo>
                  <a:pt x="2120950" y="1765300"/>
                </a:lnTo>
                <a:lnTo>
                  <a:pt x="2119807" y="1752600"/>
                </a:lnTo>
                <a:lnTo>
                  <a:pt x="2115388" y="1739900"/>
                </a:lnTo>
                <a:lnTo>
                  <a:pt x="2098802" y="1739900"/>
                </a:lnTo>
                <a:lnTo>
                  <a:pt x="2002828" y="1435011"/>
                </a:lnTo>
                <a:lnTo>
                  <a:pt x="2004047" y="1435011"/>
                </a:lnTo>
                <a:lnTo>
                  <a:pt x="2009279" y="1422400"/>
                </a:lnTo>
                <a:lnTo>
                  <a:pt x="2011362" y="1409700"/>
                </a:lnTo>
                <a:lnTo>
                  <a:pt x="2010206" y="1409700"/>
                </a:lnTo>
                <a:lnTo>
                  <a:pt x="2005774" y="1397000"/>
                </a:lnTo>
                <a:lnTo>
                  <a:pt x="1996173" y="1397000"/>
                </a:lnTo>
                <a:lnTo>
                  <a:pt x="1990394" y="1056767"/>
                </a:lnTo>
                <a:lnTo>
                  <a:pt x="1990394" y="1384300"/>
                </a:lnTo>
                <a:lnTo>
                  <a:pt x="1984590" y="1384300"/>
                </a:lnTo>
                <a:lnTo>
                  <a:pt x="1978977" y="1397000"/>
                </a:lnTo>
                <a:lnTo>
                  <a:pt x="1974291" y="1397000"/>
                </a:lnTo>
                <a:lnTo>
                  <a:pt x="1970544" y="1395018"/>
                </a:lnTo>
                <a:lnTo>
                  <a:pt x="1970544" y="1397000"/>
                </a:lnTo>
                <a:lnTo>
                  <a:pt x="1966455" y="1409700"/>
                </a:lnTo>
                <a:lnTo>
                  <a:pt x="1966163" y="1422400"/>
                </a:lnTo>
                <a:lnTo>
                  <a:pt x="1970036" y="1422400"/>
                </a:lnTo>
                <a:lnTo>
                  <a:pt x="1513497" y="1752600"/>
                </a:lnTo>
                <a:lnTo>
                  <a:pt x="1513370" y="1752600"/>
                </a:lnTo>
                <a:lnTo>
                  <a:pt x="1510182" y="1739900"/>
                </a:lnTo>
                <a:lnTo>
                  <a:pt x="1487398" y="1739900"/>
                </a:lnTo>
                <a:lnTo>
                  <a:pt x="1483156" y="1752600"/>
                </a:lnTo>
                <a:lnTo>
                  <a:pt x="776617" y="939800"/>
                </a:lnTo>
                <a:lnTo>
                  <a:pt x="780770" y="939800"/>
                </a:lnTo>
                <a:lnTo>
                  <a:pt x="783297" y="927100"/>
                </a:lnTo>
                <a:lnTo>
                  <a:pt x="1021257" y="914400"/>
                </a:lnTo>
                <a:lnTo>
                  <a:pt x="1023620" y="914400"/>
                </a:lnTo>
                <a:lnTo>
                  <a:pt x="1028979" y="927100"/>
                </a:lnTo>
                <a:lnTo>
                  <a:pt x="1051483" y="927100"/>
                </a:lnTo>
                <a:lnTo>
                  <a:pt x="1057046" y="914400"/>
                </a:lnTo>
                <a:lnTo>
                  <a:pt x="1058557" y="914400"/>
                </a:lnTo>
                <a:lnTo>
                  <a:pt x="1970544" y="1397000"/>
                </a:lnTo>
                <a:lnTo>
                  <a:pt x="1970544" y="1395018"/>
                </a:lnTo>
                <a:lnTo>
                  <a:pt x="1061986" y="914400"/>
                </a:lnTo>
                <a:lnTo>
                  <a:pt x="1063358" y="914400"/>
                </a:lnTo>
                <a:lnTo>
                  <a:pt x="1064298" y="901700"/>
                </a:lnTo>
                <a:lnTo>
                  <a:pt x="1959406" y="596900"/>
                </a:lnTo>
                <a:lnTo>
                  <a:pt x="1962353" y="596900"/>
                </a:lnTo>
                <a:lnTo>
                  <a:pt x="1965540" y="609600"/>
                </a:lnTo>
                <a:lnTo>
                  <a:pt x="1977047" y="609600"/>
                </a:lnTo>
                <a:lnTo>
                  <a:pt x="1990394" y="1384300"/>
                </a:lnTo>
                <a:lnTo>
                  <a:pt x="1990394" y="1056767"/>
                </a:lnTo>
                <a:lnTo>
                  <a:pt x="1982800" y="609600"/>
                </a:lnTo>
                <a:lnTo>
                  <a:pt x="1988680" y="609600"/>
                </a:lnTo>
                <a:lnTo>
                  <a:pt x="2449207" y="1308100"/>
                </a:lnTo>
                <a:lnTo>
                  <a:pt x="2444864" y="1308100"/>
                </a:lnTo>
                <a:lnTo>
                  <a:pt x="2443315" y="1320800"/>
                </a:lnTo>
                <a:lnTo>
                  <a:pt x="2444635" y="1333500"/>
                </a:lnTo>
                <a:lnTo>
                  <a:pt x="2448877" y="1333500"/>
                </a:lnTo>
                <a:lnTo>
                  <a:pt x="2452090" y="1346200"/>
                </a:lnTo>
                <a:lnTo>
                  <a:pt x="2462034" y="1346200"/>
                </a:lnTo>
                <a:lnTo>
                  <a:pt x="2492476" y="1790700"/>
                </a:lnTo>
                <a:lnTo>
                  <a:pt x="2486533" y="1790700"/>
                </a:lnTo>
                <a:lnTo>
                  <a:pt x="2484005" y="1803400"/>
                </a:lnTo>
                <a:lnTo>
                  <a:pt x="2478748" y="1803400"/>
                </a:lnTo>
                <a:lnTo>
                  <a:pt x="2476665" y="1816100"/>
                </a:lnTo>
                <a:lnTo>
                  <a:pt x="2477808" y="1816100"/>
                </a:lnTo>
                <a:lnTo>
                  <a:pt x="2482215" y="1828800"/>
                </a:lnTo>
                <a:lnTo>
                  <a:pt x="2489390" y="1828800"/>
                </a:lnTo>
                <a:lnTo>
                  <a:pt x="2495029" y="1841500"/>
                </a:lnTo>
                <a:lnTo>
                  <a:pt x="2503347" y="1841500"/>
                </a:lnTo>
                <a:lnTo>
                  <a:pt x="2509037" y="1828800"/>
                </a:lnTo>
                <a:lnTo>
                  <a:pt x="2518714" y="1828800"/>
                </a:lnTo>
                <a:lnTo>
                  <a:pt x="2520797" y="1816100"/>
                </a:lnTo>
                <a:lnTo>
                  <a:pt x="2519654" y="1803400"/>
                </a:lnTo>
                <a:lnTo>
                  <a:pt x="2515222" y="1803400"/>
                </a:lnTo>
                <a:lnTo>
                  <a:pt x="2512072" y="1790700"/>
                </a:lnTo>
                <a:lnTo>
                  <a:pt x="2498255" y="1790700"/>
                </a:lnTo>
                <a:lnTo>
                  <a:pt x="2467889" y="1346200"/>
                </a:lnTo>
                <a:lnTo>
                  <a:pt x="2476538" y="1346200"/>
                </a:lnTo>
                <a:lnTo>
                  <a:pt x="2480106" y="1333500"/>
                </a:lnTo>
                <a:lnTo>
                  <a:pt x="2485364" y="1333500"/>
                </a:lnTo>
                <a:lnTo>
                  <a:pt x="2487447" y="1320800"/>
                </a:lnTo>
                <a:lnTo>
                  <a:pt x="2486304" y="1320800"/>
                </a:lnTo>
                <a:lnTo>
                  <a:pt x="2481872" y="1308100"/>
                </a:lnTo>
                <a:lnTo>
                  <a:pt x="2478709" y="1308100"/>
                </a:lnTo>
                <a:lnTo>
                  <a:pt x="2474607" y="1295400"/>
                </a:lnTo>
                <a:lnTo>
                  <a:pt x="2458732" y="1295400"/>
                </a:lnTo>
                <a:lnTo>
                  <a:pt x="2453703" y="1308100"/>
                </a:lnTo>
                <a:lnTo>
                  <a:pt x="1993506" y="596900"/>
                </a:lnTo>
                <a:lnTo>
                  <a:pt x="1997887" y="596900"/>
                </a:lnTo>
                <a:lnTo>
                  <a:pt x="2355227" y="736600"/>
                </a:lnTo>
                <a:lnTo>
                  <a:pt x="2353780" y="749300"/>
                </a:lnTo>
                <a:lnTo>
                  <a:pt x="2355380" y="762000"/>
                </a:lnTo>
                <a:lnTo>
                  <a:pt x="2367407" y="762000"/>
                </a:lnTo>
                <a:lnTo>
                  <a:pt x="2373058" y="774700"/>
                </a:lnTo>
                <a:lnTo>
                  <a:pt x="2381415" y="774700"/>
                </a:lnTo>
                <a:lnTo>
                  <a:pt x="2387092" y="762000"/>
                </a:lnTo>
                <a:lnTo>
                  <a:pt x="2394242" y="762000"/>
                </a:lnTo>
                <a:lnTo>
                  <a:pt x="2839999" y="1016000"/>
                </a:lnTo>
                <a:lnTo>
                  <a:pt x="2837269" y="1016000"/>
                </a:lnTo>
                <a:lnTo>
                  <a:pt x="2838488" y="1028700"/>
                </a:lnTo>
                <a:lnTo>
                  <a:pt x="2844127" y="1041400"/>
                </a:lnTo>
                <a:lnTo>
                  <a:pt x="2879788" y="1041400"/>
                </a:lnTo>
                <a:lnTo>
                  <a:pt x="2882404" y="1028700"/>
                </a:lnTo>
                <a:lnTo>
                  <a:pt x="2883077" y="1016000"/>
                </a:lnTo>
                <a:close/>
              </a:path>
              <a:path w="3429635" h="1967864">
                <a:moveTo>
                  <a:pt x="3429038" y="1384211"/>
                </a:moveTo>
                <a:lnTo>
                  <a:pt x="3409238" y="1360932"/>
                </a:lnTo>
                <a:lnTo>
                  <a:pt x="3408591" y="1360932"/>
                </a:lnTo>
                <a:lnTo>
                  <a:pt x="3397123" y="717880"/>
                </a:lnTo>
                <a:lnTo>
                  <a:pt x="3397415" y="717880"/>
                </a:lnTo>
                <a:lnTo>
                  <a:pt x="3401326" y="717372"/>
                </a:lnTo>
                <a:lnTo>
                  <a:pt x="3405390" y="715683"/>
                </a:lnTo>
                <a:lnTo>
                  <a:pt x="3408781" y="712660"/>
                </a:lnTo>
                <a:lnTo>
                  <a:pt x="3414052" y="705624"/>
                </a:lnTo>
                <a:lnTo>
                  <a:pt x="3416122" y="697407"/>
                </a:lnTo>
                <a:lnTo>
                  <a:pt x="3414966" y="689000"/>
                </a:lnTo>
                <a:lnTo>
                  <a:pt x="3410521" y="681405"/>
                </a:lnTo>
                <a:lnTo>
                  <a:pt x="3407372" y="677862"/>
                </a:lnTo>
                <a:lnTo>
                  <a:pt x="3403587" y="675728"/>
                </a:lnTo>
                <a:lnTo>
                  <a:pt x="3403295" y="675563"/>
                </a:lnTo>
                <a:lnTo>
                  <a:pt x="3394608" y="673620"/>
                </a:lnTo>
                <a:lnTo>
                  <a:pt x="3389973" y="673989"/>
                </a:lnTo>
                <a:lnTo>
                  <a:pt x="3385705" y="675728"/>
                </a:lnTo>
                <a:lnTo>
                  <a:pt x="3385629" y="675563"/>
                </a:lnTo>
                <a:lnTo>
                  <a:pt x="3063379" y="0"/>
                </a:lnTo>
                <a:lnTo>
                  <a:pt x="3056686" y="0"/>
                </a:lnTo>
                <a:lnTo>
                  <a:pt x="3380651" y="678675"/>
                </a:lnTo>
                <a:lnTo>
                  <a:pt x="3380181" y="679005"/>
                </a:lnTo>
                <a:lnTo>
                  <a:pt x="3379711" y="679284"/>
                </a:lnTo>
                <a:lnTo>
                  <a:pt x="3379279" y="679615"/>
                </a:lnTo>
                <a:lnTo>
                  <a:pt x="3374009" y="686650"/>
                </a:lnTo>
                <a:lnTo>
                  <a:pt x="3371926" y="694880"/>
                </a:lnTo>
                <a:lnTo>
                  <a:pt x="3373082" y="703300"/>
                </a:lnTo>
                <a:lnTo>
                  <a:pt x="3377539" y="710895"/>
                </a:lnTo>
                <a:lnTo>
                  <a:pt x="3380727" y="714476"/>
                </a:lnTo>
                <a:lnTo>
                  <a:pt x="3384804" y="716749"/>
                </a:lnTo>
                <a:lnTo>
                  <a:pt x="3389858" y="717880"/>
                </a:lnTo>
                <a:lnTo>
                  <a:pt x="3391243" y="717880"/>
                </a:lnTo>
                <a:lnTo>
                  <a:pt x="3402736" y="1361186"/>
                </a:lnTo>
                <a:lnTo>
                  <a:pt x="3403308" y="1361186"/>
                </a:lnTo>
                <a:lnTo>
                  <a:pt x="3398888" y="1362049"/>
                </a:lnTo>
                <a:lnTo>
                  <a:pt x="3395256" y="1363738"/>
                </a:lnTo>
                <a:lnTo>
                  <a:pt x="3387852" y="1370380"/>
                </a:lnTo>
                <a:lnTo>
                  <a:pt x="3385210" y="1375791"/>
                </a:lnTo>
                <a:lnTo>
                  <a:pt x="3384905" y="1381721"/>
                </a:lnTo>
                <a:lnTo>
                  <a:pt x="3384562" y="1387614"/>
                </a:lnTo>
                <a:lnTo>
                  <a:pt x="3386544" y="1393278"/>
                </a:lnTo>
                <a:lnTo>
                  <a:pt x="3390506" y="1397698"/>
                </a:lnTo>
                <a:lnTo>
                  <a:pt x="3393694" y="1401305"/>
                </a:lnTo>
                <a:lnTo>
                  <a:pt x="3397770" y="1403578"/>
                </a:lnTo>
                <a:lnTo>
                  <a:pt x="3408845" y="1406055"/>
                </a:lnTo>
                <a:lnTo>
                  <a:pt x="3416198" y="1404416"/>
                </a:lnTo>
                <a:lnTo>
                  <a:pt x="3421735" y="1399489"/>
                </a:lnTo>
                <a:lnTo>
                  <a:pt x="3426968" y="1392440"/>
                </a:lnTo>
                <a:lnTo>
                  <a:pt x="3429038" y="1384211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8810" y="0"/>
            <a:ext cx="3405191" cy="51434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61825" y="4700466"/>
            <a:ext cx="716473" cy="24907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14594" y="4590715"/>
            <a:ext cx="668255" cy="468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43723"/>
            <a:ext cx="2940851" cy="409977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06670" y="3"/>
            <a:ext cx="3237334" cy="237907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171438" y="4061840"/>
            <a:ext cx="2973070" cy="1082040"/>
          </a:xfrm>
          <a:custGeom>
            <a:avLst/>
            <a:gdLst/>
            <a:ahLst/>
            <a:cxnLst/>
            <a:rect l="l" t="t" r="r" b="b"/>
            <a:pathLst>
              <a:path w="2973070" h="1082039">
                <a:moveTo>
                  <a:pt x="2484018" y="21882"/>
                </a:moveTo>
                <a:lnTo>
                  <a:pt x="2458275" y="0"/>
                </a:lnTo>
                <a:lnTo>
                  <a:pt x="2453741" y="1016"/>
                </a:lnTo>
                <a:lnTo>
                  <a:pt x="2449614" y="3505"/>
                </a:lnTo>
                <a:lnTo>
                  <a:pt x="2443670" y="7099"/>
                </a:lnTo>
                <a:lnTo>
                  <a:pt x="2440190" y="13068"/>
                </a:lnTo>
                <a:lnTo>
                  <a:pt x="2439301" y="19431"/>
                </a:lnTo>
                <a:lnTo>
                  <a:pt x="1865007" y="28956"/>
                </a:lnTo>
                <a:lnTo>
                  <a:pt x="1840623" y="11036"/>
                </a:lnTo>
                <a:lnTo>
                  <a:pt x="1836039" y="12039"/>
                </a:lnTo>
                <a:lnTo>
                  <a:pt x="1831936" y="14541"/>
                </a:lnTo>
                <a:lnTo>
                  <a:pt x="1826856" y="17614"/>
                </a:lnTo>
                <a:lnTo>
                  <a:pt x="1823313" y="22466"/>
                </a:lnTo>
                <a:lnTo>
                  <a:pt x="1821929" y="28194"/>
                </a:lnTo>
                <a:lnTo>
                  <a:pt x="1820532" y="33909"/>
                </a:lnTo>
                <a:lnTo>
                  <a:pt x="1821446" y="39712"/>
                </a:lnTo>
                <a:lnTo>
                  <a:pt x="1824405" y="44754"/>
                </a:lnTo>
                <a:lnTo>
                  <a:pt x="1306703" y="444017"/>
                </a:lnTo>
                <a:lnTo>
                  <a:pt x="1283970" y="430987"/>
                </a:lnTo>
                <a:lnTo>
                  <a:pt x="1279410" y="431990"/>
                </a:lnTo>
                <a:lnTo>
                  <a:pt x="1275283" y="434492"/>
                </a:lnTo>
                <a:lnTo>
                  <a:pt x="1269187" y="439978"/>
                </a:lnTo>
                <a:lnTo>
                  <a:pt x="1265643" y="447052"/>
                </a:lnTo>
                <a:lnTo>
                  <a:pt x="1264805" y="454914"/>
                </a:lnTo>
                <a:lnTo>
                  <a:pt x="1266850" y="462762"/>
                </a:lnTo>
                <a:lnTo>
                  <a:pt x="43230" y="848906"/>
                </a:lnTo>
                <a:lnTo>
                  <a:pt x="42710" y="846836"/>
                </a:lnTo>
                <a:lnTo>
                  <a:pt x="41935" y="844778"/>
                </a:lnTo>
                <a:lnTo>
                  <a:pt x="40792" y="842937"/>
                </a:lnTo>
                <a:lnTo>
                  <a:pt x="37693" y="837857"/>
                </a:lnTo>
                <a:lnTo>
                  <a:pt x="18935" y="831977"/>
                </a:lnTo>
                <a:lnTo>
                  <a:pt x="14389" y="833031"/>
                </a:lnTo>
                <a:lnTo>
                  <a:pt x="10401" y="835469"/>
                </a:lnTo>
                <a:lnTo>
                  <a:pt x="3962" y="841438"/>
                </a:lnTo>
                <a:lnTo>
                  <a:pt x="406" y="849160"/>
                </a:lnTo>
                <a:lnTo>
                  <a:pt x="0" y="857631"/>
                </a:lnTo>
                <a:lnTo>
                  <a:pt x="2971" y="865886"/>
                </a:lnTo>
                <a:lnTo>
                  <a:pt x="20294" y="876477"/>
                </a:lnTo>
                <a:lnTo>
                  <a:pt x="24892" y="876833"/>
                </a:lnTo>
                <a:lnTo>
                  <a:pt x="29451" y="875741"/>
                </a:lnTo>
                <a:lnTo>
                  <a:pt x="33451" y="873315"/>
                </a:lnTo>
                <a:lnTo>
                  <a:pt x="38493" y="870267"/>
                </a:lnTo>
                <a:lnTo>
                  <a:pt x="42049" y="865441"/>
                </a:lnTo>
                <a:lnTo>
                  <a:pt x="43459" y="859688"/>
                </a:lnTo>
                <a:lnTo>
                  <a:pt x="43891" y="858062"/>
                </a:lnTo>
                <a:lnTo>
                  <a:pt x="44030" y="856411"/>
                </a:lnTo>
                <a:lnTo>
                  <a:pt x="44056" y="854811"/>
                </a:lnTo>
                <a:lnTo>
                  <a:pt x="1270203" y="467855"/>
                </a:lnTo>
                <a:lnTo>
                  <a:pt x="1274102" y="472338"/>
                </a:lnTo>
                <a:lnTo>
                  <a:pt x="1279588" y="474980"/>
                </a:lnTo>
                <a:lnTo>
                  <a:pt x="1289735" y="475754"/>
                </a:lnTo>
                <a:lnTo>
                  <a:pt x="1294295" y="474764"/>
                </a:lnTo>
                <a:lnTo>
                  <a:pt x="1298371" y="472287"/>
                </a:lnTo>
                <a:lnTo>
                  <a:pt x="1303489" y="467982"/>
                </a:lnTo>
                <a:lnTo>
                  <a:pt x="1306982" y="462546"/>
                </a:lnTo>
                <a:lnTo>
                  <a:pt x="1308760" y="456387"/>
                </a:lnTo>
                <a:lnTo>
                  <a:pt x="1308709" y="449935"/>
                </a:lnTo>
                <a:lnTo>
                  <a:pt x="1828165" y="49326"/>
                </a:lnTo>
                <a:lnTo>
                  <a:pt x="1846478" y="55905"/>
                </a:lnTo>
                <a:lnTo>
                  <a:pt x="1851012" y="54825"/>
                </a:lnTo>
                <a:lnTo>
                  <a:pt x="1855012" y="52387"/>
                </a:lnTo>
                <a:lnTo>
                  <a:pt x="1861400" y="48488"/>
                </a:lnTo>
                <a:lnTo>
                  <a:pt x="1865122" y="41795"/>
                </a:lnTo>
                <a:lnTo>
                  <a:pt x="1865541" y="34810"/>
                </a:lnTo>
                <a:lnTo>
                  <a:pt x="2439289" y="25336"/>
                </a:lnTo>
                <a:lnTo>
                  <a:pt x="2464155" y="44894"/>
                </a:lnTo>
                <a:lnTo>
                  <a:pt x="2468664" y="43815"/>
                </a:lnTo>
                <a:lnTo>
                  <a:pt x="2472690" y="41389"/>
                </a:lnTo>
                <a:lnTo>
                  <a:pt x="2477732" y="38303"/>
                </a:lnTo>
                <a:lnTo>
                  <a:pt x="2481288" y="33439"/>
                </a:lnTo>
                <a:lnTo>
                  <a:pt x="2482608" y="27647"/>
                </a:lnTo>
                <a:lnTo>
                  <a:pt x="2484018" y="21882"/>
                </a:lnTo>
                <a:close/>
              </a:path>
              <a:path w="2973070" h="1082039">
                <a:moveTo>
                  <a:pt x="2972562" y="511098"/>
                </a:moveTo>
                <a:lnTo>
                  <a:pt x="2834233" y="330987"/>
                </a:lnTo>
                <a:lnTo>
                  <a:pt x="2831312" y="327177"/>
                </a:lnTo>
                <a:lnTo>
                  <a:pt x="2832862" y="324840"/>
                </a:lnTo>
                <a:lnTo>
                  <a:pt x="2835224" y="321271"/>
                </a:lnTo>
                <a:lnTo>
                  <a:pt x="2837065" y="314528"/>
                </a:lnTo>
                <a:lnTo>
                  <a:pt x="2836722" y="307517"/>
                </a:lnTo>
                <a:lnTo>
                  <a:pt x="2834030" y="300761"/>
                </a:lnTo>
                <a:lnTo>
                  <a:pt x="2830195" y="294424"/>
                </a:lnTo>
                <a:lnTo>
                  <a:pt x="2823629" y="290728"/>
                </a:lnTo>
                <a:lnTo>
                  <a:pt x="2812313" y="289864"/>
                </a:lnTo>
                <a:lnTo>
                  <a:pt x="2808300" y="290728"/>
                </a:lnTo>
                <a:lnTo>
                  <a:pt x="2807932" y="290728"/>
                </a:lnTo>
                <a:lnTo>
                  <a:pt x="2798546" y="296418"/>
                </a:lnTo>
                <a:lnTo>
                  <a:pt x="2795003" y="301282"/>
                </a:lnTo>
                <a:lnTo>
                  <a:pt x="2793492" y="307517"/>
                </a:lnTo>
                <a:lnTo>
                  <a:pt x="2792539" y="311251"/>
                </a:lnTo>
                <a:lnTo>
                  <a:pt x="2792806" y="315607"/>
                </a:lnTo>
                <a:lnTo>
                  <a:pt x="2794254" y="319659"/>
                </a:lnTo>
                <a:lnTo>
                  <a:pt x="1882051" y="887425"/>
                </a:lnTo>
                <a:lnTo>
                  <a:pt x="1880870" y="886282"/>
                </a:lnTo>
                <a:lnTo>
                  <a:pt x="1880222" y="885774"/>
                </a:lnTo>
                <a:lnTo>
                  <a:pt x="1882749" y="882726"/>
                </a:lnTo>
                <a:lnTo>
                  <a:pt x="2204821" y="493839"/>
                </a:lnTo>
                <a:lnTo>
                  <a:pt x="2205964" y="494322"/>
                </a:lnTo>
                <a:lnTo>
                  <a:pt x="2207133" y="494792"/>
                </a:lnTo>
                <a:lnTo>
                  <a:pt x="2209596" y="495376"/>
                </a:lnTo>
                <a:lnTo>
                  <a:pt x="2210841" y="495566"/>
                </a:lnTo>
                <a:lnTo>
                  <a:pt x="2216594" y="496011"/>
                </a:lnTo>
                <a:lnTo>
                  <a:pt x="2221141" y="494919"/>
                </a:lnTo>
                <a:lnTo>
                  <a:pt x="2235517" y="470369"/>
                </a:lnTo>
                <a:lnTo>
                  <a:pt x="2234781" y="468325"/>
                </a:lnTo>
                <a:lnTo>
                  <a:pt x="2232533" y="462114"/>
                </a:lnTo>
                <a:lnTo>
                  <a:pt x="2232431" y="461962"/>
                </a:lnTo>
                <a:lnTo>
                  <a:pt x="2228697" y="455777"/>
                </a:lnTo>
                <a:lnTo>
                  <a:pt x="2222131" y="452081"/>
                </a:lnTo>
                <a:lnTo>
                  <a:pt x="2210816" y="451218"/>
                </a:lnTo>
                <a:lnTo>
                  <a:pt x="2206802" y="452081"/>
                </a:lnTo>
                <a:lnTo>
                  <a:pt x="2206434" y="452081"/>
                </a:lnTo>
                <a:lnTo>
                  <a:pt x="2199767" y="456145"/>
                </a:lnTo>
                <a:lnTo>
                  <a:pt x="2199767" y="490766"/>
                </a:lnTo>
                <a:lnTo>
                  <a:pt x="1875091" y="882726"/>
                </a:lnTo>
                <a:lnTo>
                  <a:pt x="1873973" y="882269"/>
                </a:lnTo>
                <a:lnTo>
                  <a:pt x="1872538" y="881735"/>
                </a:lnTo>
                <a:lnTo>
                  <a:pt x="1872373" y="881735"/>
                </a:lnTo>
                <a:lnTo>
                  <a:pt x="1870532" y="881278"/>
                </a:lnTo>
                <a:lnTo>
                  <a:pt x="1868728" y="880999"/>
                </a:lnTo>
                <a:lnTo>
                  <a:pt x="1868106" y="880999"/>
                </a:lnTo>
                <a:lnTo>
                  <a:pt x="1863534" y="880656"/>
                </a:lnTo>
                <a:lnTo>
                  <a:pt x="1859000" y="881735"/>
                </a:lnTo>
                <a:lnTo>
                  <a:pt x="1852358" y="885774"/>
                </a:lnTo>
                <a:lnTo>
                  <a:pt x="1850072" y="887958"/>
                </a:lnTo>
                <a:lnTo>
                  <a:pt x="1848383" y="890384"/>
                </a:lnTo>
                <a:lnTo>
                  <a:pt x="1603476" y="713562"/>
                </a:lnTo>
                <a:lnTo>
                  <a:pt x="1601266" y="711974"/>
                </a:lnTo>
                <a:lnTo>
                  <a:pt x="1595958" y="708126"/>
                </a:lnTo>
                <a:lnTo>
                  <a:pt x="1596085" y="707771"/>
                </a:lnTo>
                <a:lnTo>
                  <a:pt x="1596263" y="707428"/>
                </a:lnTo>
                <a:lnTo>
                  <a:pt x="1596364" y="707085"/>
                </a:lnTo>
                <a:lnTo>
                  <a:pt x="1597774" y="701332"/>
                </a:lnTo>
                <a:lnTo>
                  <a:pt x="1596847" y="695388"/>
                </a:lnTo>
                <a:lnTo>
                  <a:pt x="1593773" y="690321"/>
                </a:lnTo>
                <a:lnTo>
                  <a:pt x="1592846" y="688873"/>
                </a:lnTo>
                <a:lnTo>
                  <a:pt x="1591792" y="687590"/>
                </a:lnTo>
                <a:lnTo>
                  <a:pt x="1590611" y="686371"/>
                </a:lnTo>
                <a:lnTo>
                  <a:pt x="1593621" y="682777"/>
                </a:lnTo>
                <a:lnTo>
                  <a:pt x="1774177" y="467880"/>
                </a:lnTo>
                <a:lnTo>
                  <a:pt x="2191550" y="474179"/>
                </a:lnTo>
                <a:lnTo>
                  <a:pt x="2191639" y="477989"/>
                </a:lnTo>
                <a:lnTo>
                  <a:pt x="2192680" y="481761"/>
                </a:lnTo>
                <a:lnTo>
                  <a:pt x="2196046" y="487299"/>
                </a:lnTo>
                <a:lnTo>
                  <a:pt x="2197811" y="489191"/>
                </a:lnTo>
                <a:lnTo>
                  <a:pt x="2199767" y="490766"/>
                </a:lnTo>
                <a:lnTo>
                  <a:pt x="2199767" y="456145"/>
                </a:lnTo>
                <a:lnTo>
                  <a:pt x="2197112" y="457746"/>
                </a:lnTo>
                <a:lnTo>
                  <a:pt x="2193556" y="462572"/>
                </a:lnTo>
                <a:lnTo>
                  <a:pt x="2193442" y="463042"/>
                </a:lnTo>
                <a:lnTo>
                  <a:pt x="2192147" y="468325"/>
                </a:lnTo>
                <a:lnTo>
                  <a:pt x="2162302" y="467880"/>
                </a:lnTo>
                <a:lnTo>
                  <a:pt x="1771484" y="461962"/>
                </a:lnTo>
                <a:lnTo>
                  <a:pt x="1770595" y="463042"/>
                </a:lnTo>
                <a:lnTo>
                  <a:pt x="1585988" y="682777"/>
                </a:lnTo>
                <a:lnTo>
                  <a:pt x="1584134" y="681761"/>
                </a:lnTo>
                <a:lnTo>
                  <a:pt x="1582204" y="680859"/>
                </a:lnTo>
                <a:lnTo>
                  <a:pt x="1580108" y="680326"/>
                </a:lnTo>
                <a:lnTo>
                  <a:pt x="1578902" y="680059"/>
                </a:lnTo>
                <a:lnTo>
                  <a:pt x="1577187" y="679754"/>
                </a:lnTo>
                <a:lnTo>
                  <a:pt x="1576489" y="679754"/>
                </a:lnTo>
                <a:lnTo>
                  <a:pt x="1571929" y="679411"/>
                </a:lnTo>
                <a:lnTo>
                  <a:pt x="1567408" y="680491"/>
                </a:lnTo>
                <a:lnTo>
                  <a:pt x="1558315" y="686003"/>
                </a:lnTo>
                <a:lnTo>
                  <a:pt x="1554772" y="690841"/>
                </a:lnTo>
                <a:lnTo>
                  <a:pt x="1552549" y="699884"/>
                </a:lnTo>
                <a:lnTo>
                  <a:pt x="1552600" y="703186"/>
                </a:lnTo>
                <a:lnTo>
                  <a:pt x="1553286" y="706424"/>
                </a:lnTo>
                <a:lnTo>
                  <a:pt x="894651" y="1030744"/>
                </a:lnTo>
                <a:lnTo>
                  <a:pt x="890854" y="1024737"/>
                </a:lnTo>
                <a:lnTo>
                  <a:pt x="890739" y="1024572"/>
                </a:lnTo>
                <a:lnTo>
                  <a:pt x="884313" y="1020940"/>
                </a:lnTo>
                <a:lnTo>
                  <a:pt x="873099" y="1020089"/>
                </a:lnTo>
                <a:lnTo>
                  <a:pt x="868565" y="1021067"/>
                </a:lnTo>
                <a:lnTo>
                  <a:pt x="864412" y="1023569"/>
                </a:lnTo>
                <a:lnTo>
                  <a:pt x="857986" y="1029538"/>
                </a:lnTo>
                <a:lnTo>
                  <a:pt x="854443" y="1037259"/>
                </a:lnTo>
                <a:lnTo>
                  <a:pt x="854036" y="1045730"/>
                </a:lnTo>
                <a:lnTo>
                  <a:pt x="857021" y="1053985"/>
                </a:lnTo>
                <a:lnTo>
                  <a:pt x="860894" y="1060323"/>
                </a:lnTo>
                <a:lnTo>
                  <a:pt x="867435" y="1064056"/>
                </a:lnTo>
                <a:lnTo>
                  <a:pt x="878751" y="1064920"/>
                </a:lnTo>
                <a:lnTo>
                  <a:pt x="883348" y="1063904"/>
                </a:lnTo>
                <a:lnTo>
                  <a:pt x="887463" y="1061415"/>
                </a:lnTo>
                <a:lnTo>
                  <a:pt x="893051" y="1056551"/>
                </a:lnTo>
                <a:lnTo>
                  <a:pt x="896594" y="1050302"/>
                </a:lnTo>
                <a:lnTo>
                  <a:pt x="897966" y="1043292"/>
                </a:lnTo>
                <a:lnTo>
                  <a:pt x="897026" y="1036116"/>
                </a:lnTo>
                <a:lnTo>
                  <a:pt x="907935" y="1030744"/>
                </a:lnTo>
                <a:lnTo>
                  <a:pt x="1555318" y="711974"/>
                </a:lnTo>
                <a:lnTo>
                  <a:pt x="1555546" y="712393"/>
                </a:lnTo>
                <a:lnTo>
                  <a:pt x="1555711" y="712876"/>
                </a:lnTo>
                <a:lnTo>
                  <a:pt x="1556334" y="713905"/>
                </a:lnTo>
                <a:lnTo>
                  <a:pt x="1556791" y="714413"/>
                </a:lnTo>
                <a:lnTo>
                  <a:pt x="1557185" y="714921"/>
                </a:lnTo>
                <a:lnTo>
                  <a:pt x="1214513" y="1081659"/>
                </a:lnTo>
                <a:lnTo>
                  <a:pt x="1222514" y="1081659"/>
                </a:lnTo>
                <a:lnTo>
                  <a:pt x="1561198" y="719162"/>
                </a:lnTo>
                <a:lnTo>
                  <a:pt x="1564703" y="721880"/>
                </a:lnTo>
                <a:lnTo>
                  <a:pt x="1568945" y="723506"/>
                </a:lnTo>
                <a:lnTo>
                  <a:pt x="1577682" y="724166"/>
                </a:lnTo>
                <a:lnTo>
                  <a:pt x="1582254" y="723188"/>
                </a:lnTo>
                <a:lnTo>
                  <a:pt x="1586318" y="720712"/>
                </a:lnTo>
                <a:lnTo>
                  <a:pt x="1588820" y="719162"/>
                </a:lnTo>
                <a:lnTo>
                  <a:pt x="1589278" y="718883"/>
                </a:lnTo>
                <a:lnTo>
                  <a:pt x="1591691" y="716407"/>
                </a:lnTo>
                <a:lnTo>
                  <a:pt x="1593481" y="713562"/>
                </a:lnTo>
                <a:lnTo>
                  <a:pt x="1845703" y="895718"/>
                </a:lnTo>
                <a:lnTo>
                  <a:pt x="1843557" y="901776"/>
                </a:lnTo>
                <a:lnTo>
                  <a:pt x="1843620" y="902716"/>
                </a:lnTo>
                <a:lnTo>
                  <a:pt x="1843963" y="908672"/>
                </a:lnTo>
                <a:lnTo>
                  <a:pt x="1869440" y="925525"/>
                </a:lnTo>
                <a:lnTo>
                  <a:pt x="1874012" y="924445"/>
                </a:lnTo>
                <a:lnTo>
                  <a:pt x="1880870" y="920242"/>
                </a:lnTo>
                <a:lnTo>
                  <a:pt x="1883206" y="917892"/>
                </a:lnTo>
                <a:lnTo>
                  <a:pt x="1884997" y="915123"/>
                </a:lnTo>
                <a:lnTo>
                  <a:pt x="2108784" y="995692"/>
                </a:lnTo>
                <a:lnTo>
                  <a:pt x="2107603" y="999032"/>
                </a:lnTo>
                <a:lnTo>
                  <a:pt x="2107577" y="999223"/>
                </a:lnTo>
                <a:lnTo>
                  <a:pt x="2107120" y="1002690"/>
                </a:lnTo>
                <a:lnTo>
                  <a:pt x="2107641" y="1006233"/>
                </a:lnTo>
                <a:lnTo>
                  <a:pt x="1919732" y="1081659"/>
                </a:lnTo>
                <a:lnTo>
                  <a:pt x="1935353" y="1081659"/>
                </a:lnTo>
                <a:lnTo>
                  <a:pt x="2109368" y="1011809"/>
                </a:lnTo>
                <a:lnTo>
                  <a:pt x="2110105" y="1013612"/>
                </a:lnTo>
                <a:lnTo>
                  <a:pt x="2111540" y="1015961"/>
                </a:lnTo>
                <a:lnTo>
                  <a:pt x="2112632" y="1017320"/>
                </a:lnTo>
                <a:lnTo>
                  <a:pt x="2113800" y="1018489"/>
                </a:lnTo>
                <a:lnTo>
                  <a:pt x="2069185" y="1081659"/>
                </a:lnTo>
                <a:lnTo>
                  <a:pt x="2076437" y="1081659"/>
                </a:lnTo>
                <a:lnTo>
                  <a:pt x="2118487" y="1022096"/>
                </a:lnTo>
                <a:lnTo>
                  <a:pt x="2120315" y="1023137"/>
                </a:lnTo>
                <a:lnTo>
                  <a:pt x="2122233" y="1024013"/>
                </a:lnTo>
                <a:lnTo>
                  <a:pt x="2125091" y="1024737"/>
                </a:lnTo>
                <a:lnTo>
                  <a:pt x="2126678" y="1024737"/>
                </a:lnTo>
                <a:lnTo>
                  <a:pt x="2125167" y="1081659"/>
                </a:lnTo>
                <a:lnTo>
                  <a:pt x="2131047" y="1081659"/>
                </a:lnTo>
                <a:lnTo>
                  <a:pt x="2132571" y="1024737"/>
                </a:lnTo>
                <a:lnTo>
                  <a:pt x="2134412" y="1024737"/>
                </a:lnTo>
                <a:lnTo>
                  <a:pt x="2135530" y="1024572"/>
                </a:lnTo>
                <a:lnTo>
                  <a:pt x="2138476" y="1023569"/>
                </a:lnTo>
                <a:lnTo>
                  <a:pt x="2140813" y="1022096"/>
                </a:lnTo>
                <a:lnTo>
                  <a:pt x="2143531" y="1020470"/>
                </a:lnTo>
                <a:lnTo>
                  <a:pt x="2145703" y="1018489"/>
                </a:lnTo>
                <a:lnTo>
                  <a:pt x="2147341" y="1016215"/>
                </a:lnTo>
                <a:lnTo>
                  <a:pt x="2238197" y="1081659"/>
                </a:lnTo>
                <a:lnTo>
                  <a:pt x="2248255" y="1081659"/>
                </a:lnTo>
                <a:lnTo>
                  <a:pt x="2157399" y="1016215"/>
                </a:lnTo>
                <a:lnTo>
                  <a:pt x="2151278" y="1011809"/>
                </a:lnTo>
                <a:lnTo>
                  <a:pt x="2150148" y="1010983"/>
                </a:lnTo>
                <a:lnTo>
                  <a:pt x="2150465" y="1010081"/>
                </a:lnTo>
                <a:lnTo>
                  <a:pt x="2150834" y="1009230"/>
                </a:lnTo>
                <a:lnTo>
                  <a:pt x="2151811" y="1005293"/>
                </a:lnTo>
                <a:lnTo>
                  <a:pt x="2151837" y="1002220"/>
                </a:lnTo>
                <a:lnTo>
                  <a:pt x="2151316" y="999223"/>
                </a:lnTo>
                <a:lnTo>
                  <a:pt x="2180767" y="993508"/>
                </a:lnTo>
                <a:lnTo>
                  <a:pt x="2972562" y="840105"/>
                </a:lnTo>
                <a:lnTo>
                  <a:pt x="2972562" y="834047"/>
                </a:lnTo>
                <a:lnTo>
                  <a:pt x="2149462" y="993508"/>
                </a:lnTo>
                <a:lnTo>
                  <a:pt x="2149144" y="992809"/>
                </a:lnTo>
                <a:lnTo>
                  <a:pt x="2148890" y="992111"/>
                </a:lnTo>
                <a:lnTo>
                  <a:pt x="2148522" y="991438"/>
                </a:lnTo>
                <a:lnTo>
                  <a:pt x="2147836" y="990333"/>
                </a:lnTo>
                <a:lnTo>
                  <a:pt x="2144636" y="985126"/>
                </a:lnTo>
                <a:lnTo>
                  <a:pt x="2138095" y="981392"/>
                </a:lnTo>
                <a:lnTo>
                  <a:pt x="2126754" y="980528"/>
                </a:lnTo>
                <a:lnTo>
                  <a:pt x="2122195" y="981544"/>
                </a:lnTo>
                <a:lnTo>
                  <a:pt x="2115337" y="985710"/>
                </a:lnTo>
                <a:lnTo>
                  <a:pt x="2113140" y="987869"/>
                </a:lnTo>
                <a:lnTo>
                  <a:pt x="2111451" y="990333"/>
                </a:lnTo>
                <a:lnTo>
                  <a:pt x="1902510" y="915123"/>
                </a:lnTo>
                <a:lnTo>
                  <a:pt x="1887512" y="909726"/>
                </a:lnTo>
                <a:lnTo>
                  <a:pt x="1887905" y="908672"/>
                </a:lnTo>
                <a:lnTo>
                  <a:pt x="1888020" y="908278"/>
                </a:lnTo>
                <a:lnTo>
                  <a:pt x="1889391" y="902716"/>
                </a:lnTo>
                <a:lnTo>
                  <a:pt x="1888502" y="897013"/>
                </a:lnTo>
                <a:lnTo>
                  <a:pt x="1885670" y="892060"/>
                </a:lnTo>
                <a:lnTo>
                  <a:pt x="1888350" y="890384"/>
                </a:lnTo>
                <a:lnTo>
                  <a:pt x="1893112" y="887425"/>
                </a:lnTo>
                <a:lnTo>
                  <a:pt x="2797048" y="324840"/>
                </a:lnTo>
                <a:lnTo>
                  <a:pt x="2800121" y="329285"/>
                </a:lnTo>
                <a:lnTo>
                  <a:pt x="2804566" y="332473"/>
                </a:lnTo>
                <a:lnTo>
                  <a:pt x="2811094" y="334048"/>
                </a:lnTo>
                <a:lnTo>
                  <a:pt x="2812313" y="334238"/>
                </a:lnTo>
                <a:lnTo>
                  <a:pt x="2818066" y="334670"/>
                </a:lnTo>
                <a:lnTo>
                  <a:pt x="2822638" y="333590"/>
                </a:lnTo>
                <a:lnTo>
                  <a:pt x="2826893" y="331012"/>
                </a:lnTo>
                <a:lnTo>
                  <a:pt x="2972562" y="520661"/>
                </a:lnTo>
                <a:lnTo>
                  <a:pt x="2972562" y="511098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0330" y="209384"/>
            <a:ext cx="7863339" cy="9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2244B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22975" y="1347043"/>
            <a:ext cx="5842634" cy="2122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6250" y="2229716"/>
            <a:ext cx="4840605" cy="14903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0"/>
              </a:spcBef>
            </a:pPr>
            <a:r>
              <a:rPr dirty="0" sz="4800" spc="-35">
                <a:solidFill>
                  <a:srgbClr val="241160"/>
                </a:solidFill>
                <a:latin typeface="Verdana"/>
                <a:cs typeface="Verdana"/>
              </a:rPr>
              <a:t>DealForge </a:t>
            </a:r>
            <a:r>
              <a:rPr dirty="0" sz="4800" spc="-45">
                <a:solidFill>
                  <a:srgbClr val="241160"/>
                </a:solidFill>
                <a:latin typeface="Verdana"/>
                <a:cs typeface="Verdana"/>
              </a:rPr>
              <a:t>Project</a:t>
            </a:r>
            <a:r>
              <a:rPr dirty="0" sz="4800" spc="-415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4800" spc="-45">
                <a:solidFill>
                  <a:srgbClr val="241160"/>
                </a:solidFill>
                <a:latin typeface="Verdana"/>
                <a:cs typeface="Verdana"/>
              </a:rPr>
              <a:t>Proposal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3224" y="3885650"/>
            <a:ext cx="3690620" cy="468630"/>
          </a:xfrm>
          <a:prstGeom prst="rect">
            <a:avLst/>
          </a:prstGeom>
          <a:solidFill>
            <a:srgbClr val="E1E4FC"/>
          </a:solidFill>
        </p:spPr>
        <p:txBody>
          <a:bodyPr wrap="square" lIns="0" tIns="7747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dirty="0" sz="1600" spc="-40">
                <a:solidFill>
                  <a:srgbClr val="241160"/>
                </a:solidFill>
                <a:latin typeface="Tahoma"/>
                <a:cs typeface="Tahoma"/>
              </a:rPr>
              <a:t>Agentic</a:t>
            </a:r>
            <a:r>
              <a:rPr dirty="0" sz="1600" spc="-10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600" spc="-114">
                <a:solidFill>
                  <a:srgbClr val="241160"/>
                </a:solidFill>
                <a:latin typeface="Tahoma"/>
                <a:cs typeface="Tahoma"/>
              </a:rPr>
              <a:t>AI</a:t>
            </a:r>
            <a:r>
              <a:rPr dirty="0" sz="1600" spc="-9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241160"/>
                </a:solidFill>
                <a:latin typeface="Tahoma"/>
                <a:cs typeface="Tahoma"/>
              </a:rPr>
              <a:t>Bootcamp</a:t>
            </a:r>
            <a:r>
              <a:rPr dirty="0" sz="1600" spc="-10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600" spc="-65">
                <a:solidFill>
                  <a:srgbClr val="241160"/>
                </a:solidFill>
                <a:latin typeface="Tahoma"/>
                <a:cs typeface="Tahoma"/>
              </a:rPr>
              <a:t>(Online</a:t>
            </a:r>
            <a:r>
              <a:rPr dirty="0" sz="1600" spc="-9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241160"/>
                </a:solidFill>
                <a:latin typeface="Tahoma"/>
                <a:cs typeface="Tahoma"/>
              </a:rPr>
              <a:t>2)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149" y="2441778"/>
            <a:ext cx="716474" cy="5883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3075"/>
            <a:ext cx="1707974" cy="45468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829161" y="1621395"/>
            <a:ext cx="1231900" cy="1231900"/>
            <a:chOff x="4829161" y="1621395"/>
            <a:chExt cx="1231900" cy="1231900"/>
          </a:xfrm>
        </p:grpSpPr>
        <p:sp>
          <p:nvSpPr>
            <p:cNvPr id="4" name="object 4"/>
            <p:cNvSpPr/>
            <p:nvPr/>
          </p:nvSpPr>
          <p:spPr>
            <a:xfrm>
              <a:off x="4833923" y="1626157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610949" y="1221899"/>
                  </a:moveTo>
                  <a:lnTo>
                    <a:pt x="563204" y="1220061"/>
                  </a:lnTo>
                  <a:lnTo>
                    <a:pt x="516464" y="1214638"/>
                  </a:lnTo>
                  <a:lnTo>
                    <a:pt x="470864" y="1205764"/>
                  </a:lnTo>
                  <a:lnTo>
                    <a:pt x="426541" y="1193576"/>
                  </a:lnTo>
                  <a:lnTo>
                    <a:pt x="383631" y="1178210"/>
                  </a:lnTo>
                  <a:lnTo>
                    <a:pt x="342269" y="1159802"/>
                  </a:lnTo>
                  <a:lnTo>
                    <a:pt x="302591" y="1138487"/>
                  </a:lnTo>
                  <a:lnTo>
                    <a:pt x="264733" y="1114401"/>
                  </a:lnTo>
                  <a:lnTo>
                    <a:pt x="228831" y="1087681"/>
                  </a:lnTo>
                  <a:lnTo>
                    <a:pt x="195021" y="1058461"/>
                  </a:lnTo>
                  <a:lnTo>
                    <a:pt x="163438" y="1026878"/>
                  </a:lnTo>
                  <a:lnTo>
                    <a:pt x="134218" y="993068"/>
                  </a:lnTo>
                  <a:lnTo>
                    <a:pt x="107498" y="957166"/>
                  </a:lnTo>
                  <a:lnTo>
                    <a:pt x="83412" y="919308"/>
                  </a:lnTo>
                  <a:lnTo>
                    <a:pt x="62097" y="879630"/>
                  </a:lnTo>
                  <a:lnTo>
                    <a:pt x="43689" y="838268"/>
                  </a:lnTo>
                  <a:lnTo>
                    <a:pt x="28323" y="795358"/>
                  </a:lnTo>
                  <a:lnTo>
                    <a:pt x="16135" y="751035"/>
                  </a:lnTo>
                  <a:lnTo>
                    <a:pt x="7261" y="705435"/>
                  </a:lnTo>
                  <a:lnTo>
                    <a:pt x="1838" y="658695"/>
                  </a:lnTo>
                  <a:lnTo>
                    <a:pt x="0" y="610949"/>
                  </a:lnTo>
                  <a:lnTo>
                    <a:pt x="1838" y="563204"/>
                  </a:lnTo>
                  <a:lnTo>
                    <a:pt x="7261" y="516464"/>
                  </a:lnTo>
                  <a:lnTo>
                    <a:pt x="16135" y="470864"/>
                  </a:lnTo>
                  <a:lnTo>
                    <a:pt x="28323" y="426541"/>
                  </a:lnTo>
                  <a:lnTo>
                    <a:pt x="43689" y="383631"/>
                  </a:lnTo>
                  <a:lnTo>
                    <a:pt x="62097" y="342269"/>
                  </a:lnTo>
                  <a:lnTo>
                    <a:pt x="83412" y="302591"/>
                  </a:lnTo>
                  <a:lnTo>
                    <a:pt x="107498" y="264734"/>
                  </a:lnTo>
                  <a:lnTo>
                    <a:pt x="134218" y="228831"/>
                  </a:lnTo>
                  <a:lnTo>
                    <a:pt x="163438" y="195021"/>
                  </a:lnTo>
                  <a:lnTo>
                    <a:pt x="195021" y="163438"/>
                  </a:lnTo>
                  <a:lnTo>
                    <a:pt x="228831" y="134218"/>
                  </a:lnTo>
                  <a:lnTo>
                    <a:pt x="264733" y="107498"/>
                  </a:lnTo>
                  <a:lnTo>
                    <a:pt x="302591" y="83412"/>
                  </a:lnTo>
                  <a:lnTo>
                    <a:pt x="342269" y="62097"/>
                  </a:lnTo>
                  <a:lnTo>
                    <a:pt x="383631" y="43689"/>
                  </a:lnTo>
                  <a:lnTo>
                    <a:pt x="426541" y="28323"/>
                  </a:lnTo>
                  <a:lnTo>
                    <a:pt x="470864" y="16135"/>
                  </a:lnTo>
                  <a:lnTo>
                    <a:pt x="516464" y="7261"/>
                  </a:lnTo>
                  <a:lnTo>
                    <a:pt x="563204" y="1838"/>
                  </a:lnTo>
                  <a:lnTo>
                    <a:pt x="610949" y="0"/>
                  </a:lnTo>
                  <a:lnTo>
                    <a:pt x="659326" y="1916"/>
                  </a:lnTo>
                  <a:lnTo>
                    <a:pt x="707100" y="7610"/>
                  </a:lnTo>
                  <a:lnTo>
                    <a:pt x="754065" y="16996"/>
                  </a:lnTo>
                  <a:lnTo>
                    <a:pt x="800017" y="29990"/>
                  </a:lnTo>
                  <a:lnTo>
                    <a:pt x="844750" y="46505"/>
                  </a:lnTo>
                  <a:lnTo>
                    <a:pt x="888059" y="66458"/>
                  </a:lnTo>
                  <a:lnTo>
                    <a:pt x="929739" y="89763"/>
                  </a:lnTo>
                  <a:lnTo>
                    <a:pt x="969586" y="116336"/>
                  </a:lnTo>
                  <a:lnTo>
                    <a:pt x="1007393" y="146090"/>
                  </a:lnTo>
                  <a:lnTo>
                    <a:pt x="1042956" y="178943"/>
                  </a:lnTo>
                  <a:lnTo>
                    <a:pt x="1075808" y="214506"/>
                  </a:lnTo>
                  <a:lnTo>
                    <a:pt x="1105563" y="252313"/>
                  </a:lnTo>
                  <a:lnTo>
                    <a:pt x="1132136" y="292159"/>
                  </a:lnTo>
                  <a:lnTo>
                    <a:pt x="1155441" y="333840"/>
                  </a:lnTo>
                  <a:lnTo>
                    <a:pt x="1175394" y="377149"/>
                  </a:lnTo>
                  <a:lnTo>
                    <a:pt x="1191909" y="421882"/>
                  </a:lnTo>
                  <a:lnTo>
                    <a:pt x="1204902" y="467834"/>
                  </a:lnTo>
                  <a:lnTo>
                    <a:pt x="1214289" y="514799"/>
                  </a:lnTo>
                  <a:lnTo>
                    <a:pt x="1219983" y="562573"/>
                  </a:lnTo>
                  <a:lnTo>
                    <a:pt x="1221899" y="610949"/>
                  </a:lnTo>
                  <a:lnTo>
                    <a:pt x="1220061" y="658695"/>
                  </a:lnTo>
                  <a:lnTo>
                    <a:pt x="1214638" y="705435"/>
                  </a:lnTo>
                  <a:lnTo>
                    <a:pt x="1205764" y="751035"/>
                  </a:lnTo>
                  <a:lnTo>
                    <a:pt x="1193576" y="795358"/>
                  </a:lnTo>
                  <a:lnTo>
                    <a:pt x="1178210" y="838268"/>
                  </a:lnTo>
                  <a:lnTo>
                    <a:pt x="1159802" y="879630"/>
                  </a:lnTo>
                  <a:lnTo>
                    <a:pt x="1138487" y="919308"/>
                  </a:lnTo>
                  <a:lnTo>
                    <a:pt x="1114401" y="957166"/>
                  </a:lnTo>
                  <a:lnTo>
                    <a:pt x="1087681" y="993068"/>
                  </a:lnTo>
                  <a:lnTo>
                    <a:pt x="1058461" y="1026878"/>
                  </a:lnTo>
                  <a:lnTo>
                    <a:pt x="1026878" y="1058461"/>
                  </a:lnTo>
                  <a:lnTo>
                    <a:pt x="993068" y="1087681"/>
                  </a:lnTo>
                  <a:lnTo>
                    <a:pt x="957165" y="1114401"/>
                  </a:lnTo>
                  <a:lnTo>
                    <a:pt x="919308" y="1138487"/>
                  </a:lnTo>
                  <a:lnTo>
                    <a:pt x="879630" y="1159802"/>
                  </a:lnTo>
                  <a:lnTo>
                    <a:pt x="838268" y="1178210"/>
                  </a:lnTo>
                  <a:lnTo>
                    <a:pt x="795357" y="1193576"/>
                  </a:lnTo>
                  <a:lnTo>
                    <a:pt x="751035" y="1205764"/>
                  </a:lnTo>
                  <a:lnTo>
                    <a:pt x="705435" y="1214638"/>
                  </a:lnTo>
                  <a:lnTo>
                    <a:pt x="658695" y="1220061"/>
                  </a:lnTo>
                  <a:lnTo>
                    <a:pt x="610949" y="1221899"/>
                  </a:lnTo>
                  <a:close/>
                </a:path>
              </a:pathLst>
            </a:custGeom>
            <a:solidFill>
              <a:srgbClr val="E1E4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833923" y="1626157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0" y="610949"/>
                  </a:moveTo>
                  <a:lnTo>
                    <a:pt x="1838" y="563204"/>
                  </a:lnTo>
                  <a:lnTo>
                    <a:pt x="7261" y="516464"/>
                  </a:lnTo>
                  <a:lnTo>
                    <a:pt x="16135" y="470864"/>
                  </a:lnTo>
                  <a:lnTo>
                    <a:pt x="28323" y="426541"/>
                  </a:lnTo>
                  <a:lnTo>
                    <a:pt x="43689" y="383631"/>
                  </a:lnTo>
                  <a:lnTo>
                    <a:pt x="62097" y="342269"/>
                  </a:lnTo>
                  <a:lnTo>
                    <a:pt x="83412" y="302591"/>
                  </a:lnTo>
                  <a:lnTo>
                    <a:pt x="107498" y="264734"/>
                  </a:lnTo>
                  <a:lnTo>
                    <a:pt x="134218" y="228831"/>
                  </a:lnTo>
                  <a:lnTo>
                    <a:pt x="163438" y="195021"/>
                  </a:lnTo>
                  <a:lnTo>
                    <a:pt x="195021" y="163438"/>
                  </a:lnTo>
                  <a:lnTo>
                    <a:pt x="228831" y="134218"/>
                  </a:lnTo>
                  <a:lnTo>
                    <a:pt x="264733" y="107498"/>
                  </a:lnTo>
                  <a:lnTo>
                    <a:pt x="302591" y="83412"/>
                  </a:lnTo>
                  <a:lnTo>
                    <a:pt x="342269" y="62097"/>
                  </a:lnTo>
                  <a:lnTo>
                    <a:pt x="383631" y="43689"/>
                  </a:lnTo>
                  <a:lnTo>
                    <a:pt x="426541" y="28323"/>
                  </a:lnTo>
                  <a:lnTo>
                    <a:pt x="470864" y="16135"/>
                  </a:lnTo>
                  <a:lnTo>
                    <a:pt x="516464" y="7261"/>
                  </a:lnTo>
                  <a:lnTo>
                    <a:pt x="563204" y="1838"/>
                  </a:lnTo>
                  <a:lnTo>
                    <a:pt x="610949" y="0"/>
                  </a:lnTo>
                  <a:lnTo>
                    <a:pt x="659326" y="1916"/>
                  </a:lnTo>
                  <a:lnTo>
                    <a:pt x="707100" y="7610"/>
                  </a:lnTo>
                  <a:lnTo>
                    <a:pt x="754065" y="16996"/>
                  </a:lnTo>
                  <a:lnTo>
                    <a:pt x="800017" y="29990"/>
                  </a:lnTo>
                  <a:lnTo>
                    <a:pt x="844750" y="46505"/>
                  </a:lnTo>
                  <a:lnTo>
                    <a:pt x="888059" y="66458"/>
                  </a:lnTo>
                  <a:lnTo>
                    <a:pt x="929739" y="89763"/>
                  </a:lnTo>
                  <a:lnTo>
                    <a:pt x="969586" y="116336"/>
                  </a:lnTo>
                  <a:lnTo>
                    <a:pt x="1007393" y="146090"/>
                  </a:lnTo>
                  <a:lnTo>
                    <a:pt x="1042956" y="178943"/>
                  </a:lnTo>
                  <a:lnTo>
                    <a:pt x="1075808" y="214506"/>
                  </a:lnTo>
                  <a:lnTo>
                    <a:pt x="1105563" y="252313"/>
                  </a:lnTo>
                  <a:lnTo>
                    <a:pt x="1132136" y="292159"/>
                  </a:lnTo>
                  <a:lnTo>
                    <a:pt x="1155441" y="333840"/>
                  </a:lnTo>
                  <a:lnTo>
                    <a:pt x="1175394" y="377149"/>
                  </a:lnTo>
                  <a:lnTo>
                    <a:pt x="1191909" y="421882"/>
                  </a:lnTo>
                  <a:lnTo>
                    <a:pt x="1204902" y="467834"/>
                  </a:lnTo>
                  <a:lnTo>
                    <a:pt x="1214289" y="514799"/>
                  </a:lnTo>
                  <a:lnTo>
                    <a:pt x="1219983" y="562573"/>
                  </a:lnTo>
                  <a:lnTo>
                    <a:pt x="1221899" y="610949"/>
                  </a:lnTo>
                  <a:lnTo>
                    <a:pt x="1220061" y="658695"/>
                  </a:lnTo>
                  <a:lnTo>
                    <a:pt x="1214638" y="705435"/>
                  </a:lnTo>
                  <a:lnTo>
                    <a:pt x="1205764" y="751035"/>
                  </a:lnTo>
                  <a:lnTo>
                    <a:pt x="1193576" y="795358"/>
                  </a:lnTo>
                  <a:lnTo>
                    <a:pt x="1178210" y="838268"/>
                  </a:lnTo>
                  <a:lnTo>
                    <a:pt x="1159802" y="879630"/>
                  </a:lnTo>
                  <a:lnTo>
                    <a:pt x="1138487" y="919308"/>
                  </a:lnTo>
                  <a:lnTo>
                    <a:pt x="1114401" y="957166"/>
                  </a:lnTo>
                  <a:lnTo>
                    <a:pt x="1087681" y="993068"/>
                  </a:lnTo>
                  <a:lnTo>
                    <a:pt x="1058461" y="1026878"/>
                  </a:lnTo>
                  <a:lnTo>
                    <a:pt x="1026878" y="1058461"/>
                  </a:lnTo>
                  <a:lnTo>
                    <a:pt x="993068" y="1087681"/>
                  </a:lnTo>
                  <a:lnTo>
                    <a:pt x="957165" y="1114401"/>
                  </a:lnTo>
                  <a:lnTo>
                    <a:pt x="919308" y="1138487"/>
                  </a:lnTo>
                  <a:lnTo>
                    <a:pt x="879630" y="1159802"/>
                  </a:lnTo>
                  <a:lnTo>
                    <a:pt x="838268" y="1178210"/>
                  </a:lnTo>
                  <a:lnTo>
                    <a:pt x="795357" y="1193576"/>
                  </a:lnTo>
                  <a:lnTo>
                    <a:pt x="751035" y="1205764"/>
                  </a:lnTo>
                  <a:lnTo>
                    <a:pt x="705435" y="1214638"/>
                  </a:lnTo>
                  <a:lnTo>
                    <a:pt x="658695" y="1220061"/>
                  </a:lnTo>
                  <a:lnTo>
                    <a:pt x="610949" y="1221899"/>
                  </a:lnTo>
                  <a:lnTo>
                    <a:pt x="563204" y="1220061"/>
                  </a:lnTo>
                  <a:lnTo>
                    <a:pt x="516464" y="1214638"/>
                  </a:lnTo>
                  <a:lnTo>
                    <a:pt x="470864" y="1205764"/>
                  </a:lnTo>
                  <a:lnTo>
                    <a:pt x="426541" y="1193576"/>
                  </a:lnTo>
                  <a:lnTo>
                    <a:pt x="383631" y="1178210"/>
                  </a:lnTo>
                  <a:lnTo>
                    <a:pt x="342269" y="1159802"/>
                  </a:lnTo>
                  <a:lnTo>
                    <a:pt x="302591" y="1138487"/>
                  </a:lnTo>
                  <a:lnTo>
                    <a:pt x="264733" y="1114401"/>
                  </a:lnTo>
                  <a:lnTo>
                    <a:pt x="228831" y="1087681"/>
                  </a:lnTo>
                  <a:lnTo>
                    <a:pt x="195021" y="1058461"/>
                  </a:lnTo>
                  <a:lnTo>
                    <a:pt x="163438" y="1026878"/>
                  </a:lnTo>
                  <a:lnTo>
                    <a:pt x="134218" y="993068"/>
                  </a:lnTo>
                  <a:lnTo>
                    <a:pt x="107498" y="957166"/>
                  </a:lnTo>
                  <a:lnTo>
                    <a:pt x="83412" y="919308"/>
                  </a:lnTo>
                  <a:lnTo>
                    <a:pt x="62097" y="879630"/>
                  </a:lnTo>
                  <a:lnTo>
                    <a:pt x="43689" y="838268"/>
                  </a:lnTo>
                  <a:lnTo>
                    <a:pt x="28323" y="795358"/>
                  </a:lnTo>
                  <a:lnTo>
                    <a:pt x="16135" y="751035"/>
                  </a:lnTo>
                  <a:lnTo>
                    <a:pt x="7261" y="705435"/>
                  </a:lnTo>
                  <a:lnTo>
                    <a:pt x="1838" y="658695"/>
                  </a:lnTo>
                  <a:lnTo>
                    <a:pt x="0" y="610949"/>
                  </a:lnTo>
                  <a:close/>
                </a:path>
              </a:pathLst>
            </a:custGeom>
            <a:ln w="9524">
              <a:solidFill>
                <a:srgbClr val="E1E4F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6668399" y="1626157"/>
            <a:ext cx="1222375" cy="1222375"/>
          </a:xfrm>
          <a:custGeom>
            <a:avLst/>
            <a:gdLst/>
            <a:ahLst/>
            <a:cxnLst/>
            <a:rect l="l" t="t" r="r" b="b"/>
            <a:pathLst>
              <a:path w="1222375" h="1222375">
                <a:moveTo>
                  <a:pt x="610949" y="1221899"/>
                </a:moveTo>
                <a:lnTo>
                  <a:pt x="563204" y="1220061"/>
                </a:lnTo>
                <a:lnTo>
                  <a:pt x="516464" y="1214638"/>
                </a:lnTo>
                <a:lnTo>
                  <a:pt x="470864" y="1205764"/>
                </a:lnTo>
                <a:lnTo>
                  <a:pt x="426541" y="1193576"/>
                </a:lnTo>
                <a:lnTo>
                  <a:pt x="383631" y="1178210"/>
                </a:lnTo>
                <a:lnTo>
                  <a:pt x="342269" y="1159802"/>
                </a:lnTo>
                <a:lnTo>
                  <a:pt x="302591" y="1138487"/>
                </a:lnTo>
                <a:lnTo>
                  <a:pt x="264733" y="1114401"/>
                </a:lnTo>
                <a:lnTo>
                  <a:pt x="228831" y="1087681"/>
                </a:lnTo>
                <a:lnTo>
                  <a:pt x="195021" y="1058461"/>
                </a:lnTo>
                <a:lnTo>
                  <a:pt x="163438" y="1026878"/>
                </a:lnTo>
                <a:lnTo>
                  <a:pt x="134218" y="993068"/>
                </a:lnTo>
                <a:lnTo>
                  <a:pt x="107498" y="957166"/>
                </a:lnTo>
                <a:lnTo>
                  <a:pt x="83412" y="919308"/>
                </a:lnTo>
                <a:lnTo>
                  <a:pt x="62097" y="879630"/>
                </a:lnTo>
                <a:lnTo>
                  <a:pt x="43689" y="838268"/>
                </a:lnTo>
                <a:lnTo>
                  <a:pt x="28323" y="795358"/>
                </a:lnTo>
                <a:lnTo>
                  <a:pt x="16135" y="751035"/>
                </a:lnTo>
                <a:lnTo>
                  <a:pt x="7261" y="705435"/>
                </a:lnTo>
                <a:lnTo>
                  <a:pt x="1838" y="658695"/>
                </a:lnTo>
                <a:lnTo>
                  <a:pt x="0" y="610949"/>
                </a:lnTo>
                <a:lnTo>
                  <a:pt x="1838" y="563204"/>
                </a:lnTo>
                <a:lnTo>
                  <a:pt x="7261" y="516464"/>
                </a:lnTo>
                <a:lnTo>
                  <a:pt x="16135" y="470864"/>
                </a:lnTo>
                <a:lnTo>
                  <a:pt x="28323" y="426541"/>
                </a:lnTo>
                <a:lnTo>
                  <a:pt x="43689" y="383631"/>
                </a:lnTo>
                <a:lnTo>
                  <a:pt x="62097" y="342269"/>
                </a:lnTo>
                <a:lnTo>
                  <a:pt x="83412" y="302591"/>
                </a:lnTo>
                <a:lnTo>
                  <a:pt x="107498" y="264734"/>
                </a:lnTo>
                <a:lnTo>
                  <a:pt x="134218" y="228831"/>
                </a:lnTo>
                <a:lnTo>
                  <a:pt x="163438" y="195021"/>
                </a:lnTo>
                <a:lnTo>
                  <a:pt x="195021" y="163438"/>
                </a:lnTo>
                <a:lnTo>
                  <a:pt x="228831" y="134218"/>
                </a:lnTo>
                <a:lnTo>
                  <a:pt x="264733" y="107498"/>
                </a:lnTo>
                <a:lnTo>
                  <a:pt x="302591" y="83412"/>
                </a:lnTo>
                <a:lnTo>
                  <a:pt x="342269" y="62097"/>
                </a:lnTo>
                <a:lnTo>
                  <a:pt x="383631" y="43689"/>
                </a:lnTo>
                <a:lnTo>
                  <a:pt x="426541" y="28323"/>
                </a:lnTo>
                <a:lnTo>
                  <a:pt x="470864" y="16135"/>
                </a:lnTo>
                <a:lnTo>
                  <a:pt x="516464" y="7261"/>
                </a:lnTo>
                <a:lnTo>
                  <a:pt x="563204" y="1838"/>
                </a:lnTo>
                <a:lnTo>
                  <a:pt x="610949" y="0"/>
                </a:lnTo>
                <a:lnTo>
                  <a:pt x="659326" y="1916"/>
                </a:lnTo>
                <a:lnTo>
                  <a:pt x="707100" y="7610"/>
                </a:lnTo>
                <a:lnTo>
                  <a:pt x="754065" y="16996"/>
                </a:lnTo>
                <a:lnTo>
                  <a:pt x="800017" y="29990"/>
                </a:lnTo>
                <a:lnTo>
                  <a:pt x="844750" y="46505"/>
                </a:lnTo>
                <a:lnTo>
                  <a:pt x="888059" y="66458"/>
                </a:lnTo>
                <a:lnTo>
                  <a:pt x="929739" y="89763"/>
                </a:lnTo>
                <a:lnTo>
                  <a:pt x="969586" y="116336"/>
                </a:lnTo>
                <a:lnTo>
                  <a:pt x="1007393" y="146090"/>
                </a:lnTo>
                <a:lnTo>
                  <a:pt x="1042956" y="178943"/>
                </a:lnTo>
                <a:lnTo>
                  <a:pt x="1075809" y="214506"/>
                </a:lnTo>
                <a:lnTo>
                  <a:pt x="1105563" y="252313"/>
                </a:lnTo>
                <a:lnTo>
                  <a:pt x="1132136" y="292159"/>
                </a:lnTo>
                <a:lnTo>
                  <a:pt x="1155441" y="333840"/>
                </a:lnTo>
                <a:lnTo>
                  <a:pt x="1175394" y="377149"/>
                </a:lnTo>
                <a:lnTo>
                  <a:pt x="1191909" y="421882"/>
                </a:lnTo>
                <a:lnTo>
                  <a:pt x="1204902" y="467834"/>
                </a:lnTo>
                <a:lnTo>
                  <a:pt x="1214289" y="514799"/>
                </a:lnTo>
                <a:lnTo>
                  <a:pt x="1219983" y="562573"/>
                </a:lnTo>
                <a:lnTo>
                  <a:pt x="1221899" y="610949"/>
                </a:lnTo>
                <a:lnTo>
                  <a:pt x="1220061" y="658695"/>
                </a:lnTo>
                <a:lnTo>
                  <a:pt x="1214638" y="705435"/>
                </a:lnTo>
                <a:lnTo>
                  <a:pt x="1205764" y="751035"/>
                </a:lnTo>
                <a:lnTo>
                  <a:pt x="1193576" y="795358"/>
                </a:lnTo>
                <a:lnTo>
                  <a:pt x="1178210" y="838268"/>
                </a:lnTo>
                <a:lnTo>
                  <a:pt x="1159802" y="879630"/>
                </a:lnTo>
                <a:lnTo>
                  <a:pt x="1138487" y="919308"/>
                </a:lnTo>
                <a:lnTo>
                  <a:pt x="1114401" y="957166"/>
                </a:lnTo>
                <a:lnTo>
                  <a:pt x="1087681" y="993068"/>
                </a:lnTo>
                <a:lnTo>
                  <a:pt x="1058461" y="1026878"/>
                </a:lnTo>
                <a:lnTo>
                  <a:pt x="1026878" y="1058461"/>
                </a:lnTo>
                <a:lnTo>
                  <a:pt x="993067" y="1087681"/>
                </a:lnTo>
                <a:lnTo>
                  <a:pt x="957165" y="1114401"/>
                </a:lnTo>
                <a:lnTo>
                  <a:pt x="919307" y="1138487"/>
                </a:lnTo>
                <a:lnTo>
                  <a:pt x="879630" y="1159802"/>
                </a:lnTo>
                <a:lnTo>
                  <a:pt x="838268" y="1178210"/>
                </a:lnTo>
                <a:lnTo>
                  <a:pt x="795357" y="1193576"/>
                </a:lnTo>
                <a:lnTo>
                  <a:pt x="751035" y="1205764"/>
                </a:lnTo>
                <a:lnTo>
                  <a:pt x="705435" y="1214638"/>
                </a:lnTo>
                <a:lnTo>
                  <a:pt x="658695" y="1220061"/>
                </a:lnTo>
                <a:lnTo>
                  <a:pt x="610949" y="122189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032717" y="1621395"/>
            <a:ext cx="1231900" cy="1231900"/>
            <a:chOff x="1032717" y="1621395"/>
            <a:chExt cx="1231900" cy="1231900"/>
          </a:xfrm>
        </p:grpSpPr>
        <p:sp>
          <p:nvSpPr>
            <p:cNvPr id="8" name="object 8"/>
            <p:cNvSpPr/>
            <p:nvPr/>
          </p:nvSpPr>
          <p:spPr>
            <a:xfrm>
              <a:off x="1037479" y="1626157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610950" y="1221899"/>
                  </a:moveTo>
                  <a:lnTo>
                    <a:pt x="563204" y="1220061"/>
                  </a:lnTo>
                  <a:lnTo>
                    <a:pt x="516464" y="1214638"/>
                  </a:lnTo>
                  <a:lnTo>
                    <a:pt x="470864" y="1205764"/>
                  </a:lnTo>
                  <a:lnTo>
                    <a:pt x="426541" y="1193576"/>
                  </a:lnTo>
                  <a:lnTo>
                    <a:pt x="383631" y="1178210"/>
                  </a:lnTo>
                  <a:lnTo>
                    <a:pt x="342269" y="1159802"/>
                  </a:lnTo>
                  <a:lnTo>
                    <a:pt x="302591" y="1138487"/>
                  </a:lnTo>
                  <a:lnTo>
                    <a:pt x="264733" y="1114401"/>
                  </a:lnTo>
                  <a:lnTo>
                    <a:pt x="228831" y="1087681"/>
                  </a:lnTo>
                  <a:lnTo>
                    <a:pt x="195021" y="1058461"/>
                  </a:lnTo>
                  <a:lnTo>
                    <a:pt x="163438" y="1026878"/>
                  </a:lnTo>
                  <a:lnTo>
                    <a:pt x="134218" y="993068"/>
                  </a:lnTo>
                  <a:lnTo>
                    <a:pt x="107498" y="957166"/>
                  </a:lnTo>
                  <a:lnTo>
                    <a:pt x="83412" y="919308"/>
                  </a:lnTo>
                  <a:lnTo>
                    <a:pt x="62097" y="879630"/>
                  </a:lnTo>
                  <a:lnTo>
                    <a:pt x="43689" y="838268"/>
                  </a:lnTo>
                  <a:lnTo>
                    <a:pt x="28323" y="795358"/>
                  </a:lnTo>
                  <a:lnTo>
                    <a:pt x="16135" y="751035"/>
                  </a:lnTo>
                  <a:lnTo>
                    <a:pt x="7261" y="705435"/>
                  </a:lnTo>
                  <a:lnTo>
                    <a:pt x="1838" y="658695"/>
                  </a:lnTo>
                  <a:lnTo>
                    <a:pt x="0" y="610949"/>
                  </a:lnTo>
                  <a:lnTo>
                    <a:pt x="1838" y="563204"/>
                  </a:lnTo>
                  <a:lnTo>
                    <a:pt x="7261" y="516464"/>
                  </a:lnTo>
                  <a:lnTo>
                    <a:pt x="16135" y="470864"/>
                  </a:lnTo>
                  <a:lnTo>
                    <a:pt x="28323" y="426541"/>
                  </a:lnTo>
                  <a:lnTo>
                    <a:pt x="43689" y="383631"/>
                  </a:lnTo>
                  <a:lnTo>
                    <a:pt x="62097" y="342269"/>
                  </a:lnTo>
                  <a:lnTo>
                    <a:pt x="83412" y="302591"/>
                  </a:lnTo>
                  <a:lnTo>
                    <a:pt x="107498" y="264734"/>
                  </a:lnTo>
                  <a:lnTo>
                    <a:pt x="134218" y="228831"/>
                  </a:lnTo>
                  <a:lnTo>
                    <a:pt x="163438" y="195021"/>
                  </a:lnTo>
                  <a:lnTo>
                    <a:pt x="195021" y="163438"/>
                  </a:lnTo>
                  <a:lnTo>
                    <a:pt x="228831" y="134218"/>
                  </a:lnTo>
                  <a:lnTo>
                    <a:pt x="264733" y="107498"/>
                  </a:lnTo>
                  <a:lnTo>
                    <a:pt x="302591" y="83412"/>
                  </a:lnTo>
                  <a:lnTo>
                    <a:pt x="342269" y="62097"/>
                  </a:lnTo>
                  <a:lnTo>
                    <a:pt x="383631" y="43689"/>
                  </a:lnTo>
                  <a:lnTo>
                    <a:pt x="426541" y="28323"/>
                  </a:lnTo>
                  <a:lnTo>
                    <a:pt x="470864" y="16135"/>
                  </a:lnTo>
                  <a:lnTo>
                    <a:pt x="516464" y="7261"/>
                  </a:lnTo>
                  <a:lnTo>
                    <a:pt x="563204" y="1838"/>
                  </a:lnTo>
                  <a:lnTo>
                    <a:pt x="610950" y="0"/>
                  </a:lnTo>
                  <a:lnTo>
                    <a:pt x="659326" y="1916"/>
                  </a:lnTo>
                  <a:lnTo>
                    <a:pt x="707100" y="7610"/>
                  </a:lnTo>
                  <a:lnTo>
                    <a:pt x="754065" y="16996"/>
                  </a:lnTo>
                  <a:lnTo>
                    <a:pt x="800017" y="29990"/>
                  </a:lnTo>
                  <a:lnTo>
                    <a:pt x="844750" y="46505"/>
                  </a:lnTo>
                  <a:lnTo>
                    <a:pt x="888059" y="66458"/>
                  </a:lnTo>
                  <a:lnTo>
                    <a:pt x="929740" y="89763"/>
                  </a:lnTo>
                  <a:lnTo>
                    <a:pt x="969586" y="116336"/>
                  </a:lnTo>
                  <a:lnTo>
                    <a:pt x="1007393" y="146090"/>
                  </a:lnTo>
                  <a:lnTo>
                    <a:pt x="1042956" y="178943"/>
                  </a:lnTo>
                  <a:lnTo>
                    <a:pt x="1075809" y="214506"/>
                  </a:lnTo>
                  <a:lnTo>
                    <a:pt x="1105563" y="252313"/>
                  </a:lnTo>
                  <a:lnTo>
                    <a:pt x="1132136" y="292159"/>
                  </a:lnTo>
                  <a:lnTo>
                    <a:pt x="1155441" y="333840"/>
                  </a:lnTo>
                  <a:lnTo>
                    <a:pt x="1175394" y="377149"/>
                  </a:lnTo>
                  <a:lnTo>
                    <a:pt x="1191909" y="421882"/>
                  </a:lnTo>
                  <a:lnTo>
                    <a:pt x="1204903" y="467834"/>
                  </a:lnTo>
                  <a:lnTo>
                    <a:pt x="1214289" y="514799"/>
                  </a:lnTo>
                  <a:lnTo>
                    <a:pt x="1219983" y="562573"/>
                  </a:lnTo>
                  <a:lnTo>
                    <a:pt x="1221900" y="610949"/>
                  </a:lnTo>
                  <a:lnTo>
                    <a:pt x="1220061" y="658695"/>
                  </a:lnTo>
                  <a:lnTo>
                    <a:pt x="1214638" y="705435"/>
                  </a:lnTo>
                  <a:lnTo>
                    <a:pt x="1205764" y="751035"/>
                  </a:lnTo>
                  <a:lnTo>
                    <a:pt x="1193576" y="795358"/>
                  </a:lnTo>
                  <a:lnTo>
                    <a:pt x="1178210" y="838268"/>
                  </a:lnTo>
                  <a:lnTo>
                    <a:pt x="1159802" y="879630"/>
                  </a:lnTo>
                  <a:lnTo>
                    <a:pt x="1138487" y="919308"/>
                  </a:lnTo>
                  <a:lnTo>
                    <a:pt x="1114401" y="957166"/>
                  </a:lnTo>
                  <a:lnTo>
                    <a:pt x="1087681" y="993068"/>
                  </a:lnTo>
                  <a:lnTo>
                    <a:pt x="1058461" y="1026878"/>
                  </a:lnTo>
                  <a:lnTo>
                    <a:pt x="1026878" y="1058461"/>
                  </a:lnTo>
                  <a:lnTo>
                    <a:pt x="993068" y="1087681"/>
                  </a:lnTo>
                  <a:lnTo>
                    <a:pt x="957166" y="1114401"/>
                  </a:lnTo>
                  <a:lnTo>
                    <a:pt x="919308" y="1138487"/>
                  </a:lnTo>
                  <a:lnTo>
                    <a:pt x="879630" y="1159802"/>
                  </a:lnTo>
                  <a:lnTo>
                    <a:pt x="838268" y="1178210"/>
                  </a:lnTo>
                  <a:lnTo>
                    <a:pt x="795358" y="1193576"/>
                  </a:lnTo>
                  <a:lnTo>
                    <a:pt x="751035" y="1205764"/>
                  </a:lnTo>
                  <a:lnTo>
                    <a:pt x="705435" y="1214638"/>
                  </a:lnTo>
                  <a:lnTo>
                    <a:pt x="658695" y="1220061"/>
                  </a:lnTo>
                  <a:lnTo>
                    <a:pt x="610950" y="1221899"/>
                  </a:lnTo>
                  <a:close/>
                </a:path>
              </a:pathLst>
            </a:custGeom>
            <a:solidFill>
              <a:srgbClr val="E1E4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37479" y="1626157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0" y="610949"/>
                  </a:moveTo>
                  <a:lnTo>
                    <a:pt x="1838" y="563204"/>
                  </a:lnTo>
                  <a:lnTo>
                    <a:pt x="7261" y="516464"/>
                  </a:lnTo>
                  <a:lnTo>
                    <a:pt x="16135" y="470864"/>
                  </a:lnTo>
                  <a:lnTo>
                    <a:pt x="28323" y="426541"/>
                  </a:lnTo>
                  <a:lnTo>
                    <a:pt x="43689" y="383631"/>
                  </a:lnTo>
                  <a:lnTo>
                    <a:pt x="62097" y="342269"/>
                  </a:lnTo>
                  <a:lnTo>
                    <a:pt x="83412" y="302591"/>
                  </a:lnTo>
                  <a:lnTo>
                    <a:pt x="107498" y="264734"/>
                  </a:lnTo>
                  <a:lnTo>
                    <a:pt x="134218" y="228831"/>
                  </a:lnTo>
                  <a:lnTo>
                    <a:pt x="163438" y="195021"/>
                  </a:lnTo>
                  <a:lnTo>
                    <a:pt x="195021" y="163438"/>
                  </a:lnTo>
                  <a:lnTo>
                    <a:pt x="228831" y="134218"/>
                  </a:lnTo>
                  <a:lnTo>
                    <a:pt x="264733" y="107498"/>
                  </a:lnTo>
                  <a:lnTo>
                    <a:pt x="302591" y="83412"/>
                  </a:lnTo>
                  <a:lnTo>
                    <a:pt x="342269" y="62097"/>
                  </a:lnTo>
                  <a:lnTo>
                    <a:pt x="383631" y="43689"/>
                  </a:lnTo>
                  <a:lnTo>
                    <a:pt x="426541" y="28323"/>
                  </a:lnTo>
                  <a:lnTo>
                    <a:pt x="470864" y="16135"/>
                  </a:lnTo>
                  <a:lnTo>
                    <a:pt x="516464" y="7261"/>
                  </a:lnTo>
                  <a:lnTo>
                    <a:pt x="563204" y="1838"/>
                  </a:lnTo>
                  <a:lnTo>
                    <a:pt x="610950" y="0"/>
                  </a:lnTo>
                  <a:lnTo>
                    <a:pt x="659326" y="1916"/>
                  </a:lnTo>
                  <a:lnTo>
                    <a:pt x="707100" y="7610"/>
                  </a:lnTo>
                  <a:lnTo>
                    <a:pt x="754065" y="16996"/>
                  </a:lnTo>
                  <a:lnTo>
                    <a:pt x="800017" y="29990"/>
                  </a:lnTo>
                  <a:lnTo>
                    <a:pt x="844750" y="46505"/>
                  </a:lnTo>
                  <a:lnTo>
                    <a:pt x="888059" y="66458"/>
                  </a:lnTo>
                  <a:lnTo>
                    <a:pt x="929740" y="89763"/>
                  </a:lnTo>
                  <a:lnTo>
                    <a:pt x="969586" y="116336"/>
                  </a:lnTo>
                  <a:lnTo>
                    <a:pt x="1007393" y="146090"/>
                  </a:lnTo>
                  <a:lnTo>
                    <a:pt x="1042956" y="178943"/>
                  </a:lnTo>
                  <a:lnTo>
                    <a:pt x="1075809" y="214506"/>
                  </a:lnTo>
                  <a:lnTo>
                    <a:pt x="1105563" y="252313"/>
                  </a:lnTo>
                  <a:lnTo>
                    <a:pt x="1132136" y="292159"/>
                  </a:lnTo>
                  <a:lnTo>
                    <a:pt x="1155441" y="333840"/>
                  </a:lnTo>
                  <a:lnTo>
                    <a:pt x="1175394" y="377149"/>
                  </a:lnTo>
                  <a:lnTo>
                    <a:pt x="1191909" y="421882"/>
                  </a:lnTo>
                  <a:lnTo>
                    <a:pt x="1204903" y="467834"/>
                  </a:lnTo>
                  <a:lnTo>
                    <a:pt x="1214289" y="514799"/>
                  </a:lnTo>
                  <a:lnTo>
                    <a:pt x="1219983" y="562573"/>
                  </a:lnTo>
                  <a:lnTo>
                    <a:pt x="1221900" y="610949"/>
                  </a:lnTo>
                  <a:lnTo>
                    <a:pt x="1220061" y="658695"/>
                  </a:lnTo>
                  <a:lnTo>
                    <a:pt x="1214638" y="705435"/>
                  </a:lnTo>
                  <a:lnTo>
                    <a:pt x="1205764" y="751035"/>
                  </a:lnTo>
                  <a:lnTo>
                    <a:pt x="1193576" y="795358"/>
                  </a:lnTo>
                  <a:lnTo>
                    <a:pt x="1178210" y="838268"/>
                  </a:lnTo>
                  <a:lnTo>
                    <a:pt x="1159802" y="879630"/>
                  </a:lnTo>
                  <a:lnTo>
                    <a:pt x="1138487" y="919308"/>
                  </a:lnTo>
                  <a:lnTo>
                    <a:pt x="1114401" y="957166"/>
                  </a:lnTo>
                  <a:lnTo>
                    <a:pt x="1087681" y="993068"/>
                  </a:lnTo>
                  <a:lnTo>
                    <a:pt x="1058461" y="1026878"/>
                  </a:lnTo>
                  <a:lnTo>
                    <a:pt x="1026878" y="1058461"/>
                  </a:lnTo>
                  <a:lnTo>
                    <a:pt x="993068" y="1087681"/>
                  </a:lnTo>
                  <a:lnTo>
                    <a:pt x="957166" y="1114401"/>
                  </a:lnTo>
                  <a:lnTo>
                    <a:pt x="919308" y="1138487"/>
                  </a:lnTo>
                  <a:lnTo>
                    <a:pt x="879630" y="1159802"/>
                  </a:lnTo>
                  <a:lnTo>
                    <a:pt x="838268" y="1178210"/>
                  </a:lnTo>
                  <a:lnTo>
                    <a:pt x="795358" y="1193576"/>
                  </a:lnTo>
                  <a:lnTo>
                    <a:pt x="751035" y="1205764"/>
                  </a:lnTo>
                  <a:lnTo>
                    <a:pt x="705435" y="1214638"/>
                  </a:lnTo>
                  <a:lnTo>
                    <a:pt x="658695" y="1220061"/>
                  </a:lnTo>
                  <a:lnTo>
                    <a:pt x="610950" y="1221899"/>
                  </a:lnTo>
                  <a:lnTo>
                    <a:pt x="563204" y="1220061"/>
                  </a:lnTo>
                  <a:lnTo>
                    <a:pt x="516464" y="1214638"/>
                  </a:lnTo>
                  <a:lnTo>
                    <a:pt x="470864" y="1205764"/>
                  </a:lnTo>
                  <a:lnTo>
                    <a:pt x="426541" y="1193576"/>
                  </a:lnTo>
                  <a:lnTo>
                    <a:pt x="383631" y="1178210"/>
                  </a:lnTo>
                  <a:lnTo>
                    <a:pt x="342269" y="1159802"/>
                  </a:lnTo>
                  <a:lnTo>
                    <a:pt x="302591" y="1138487"/>
                  </a:lnTo>
                  <a:lnTo>
                    <a:pt x="264733" y="1114401"/>
                  </a:lnTo>
                  <a:lnTo>
                    <a:pt x="228831" y="1087681"/>
                  </a:lnTo>
                  <a:lnTo>
                    <a:pt x="195021" y="1058461"/>
                  </a:lnTo>
                  <a:lnTo>
                    <a:pt x="163438" y="1026878"/>
                  </a:lnTo>
                  <a:lnTo>
                    <a:pt x="134218" y="993068"/>
                  </a:lnTo>
                  <a:lnTo>
                    <a:pt x="107498" y="957166"/>
                  </a:lnTo>
                  <a:lnTo>
                    <a:pt x="83412" y="919308"/>
                  </a:lnTo>
                  <a:lnTo>
                    <a:pt x="62097" y="879630"/>
                  </a:lnTo>
                  <a:lnTo>
                    <a:pt x="43689" y="838268"/>
                  </a:lnTo>
                  <a:lnTo>
                    <a:pt x="28323" y="795358"/>
                  </a:lnTo>
                  <a:lnTo>
                    <a:pt x="16135" y="751035"/>
                  </a:lnTo>
                  <a:lnTo>
                    <a:pt x="7261" y="705435"/>
                  </a:lnTo>
                  <a:lnTo>
                    <a:pt x="1838" y="658695"/>
                  </a:lnTo>
                  <a:lnTo>
                    <a:pt x="0" y="610949"/>
                  </a:lnTo>
                  <a:close/>
                </a:path>
              </a:pathLst>
            </a:custGeom>
            <a:ln w="9524">
              <a:solidFill>
                <a:srgbClr val="E1E4F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2930947" y="1621395"/>
            <a:ext cx="1231900" cy="1231900"/>
            <a:chOff x="2930947" y="1621395"/>
            <a:chExt cx="1231900" cy="1231900"/>
          </a:xfrm>
        </p:grpSpPr>
        <p:sp>
          <p:nvSpPr>
            <p:cNvPr id="11" name="object 11"/>
            <p:cNvSpPr/>
            <p:nvPr/>
          </p:nvSpPr>
          <p:spPr>
            <a:xfrm>
              <a:off x="2935709" y="1626157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610949" y="1221899"/>
                  </a:moveTo>
                  <a:lnTo>
                    <a:pt x="563204" y="1220061"/>
                  </a:lnTo>
                  <a:lnTo>
                    <a:pt x="516464" y="1214638"/>
                  </a:lnTo>
                  <a:lnTo>
                    <a:pt x="470864" y="1205764"/>
                  </a:lnTo>
                  <a:lnTo>
                    <a:pt x="426541" y="1193576"/>
                  </a:lnTo>
                  <a:lnTo>
                    <a:pt x="383631" y="1178210"/>
                  </a:lnTo>
                  <a:lnTo>
                    <a:pt x="342269" y="1159802"/>
                  </a:lnTo>
                  <a:lnTo>
                    <a:pt x="302591" y="1138487"/>
                  </a:lnTo>
                  <a:lnTo>
                    <a:pt x="264734" y="1114401"/>
                  </a:lnTo>
                  <a:lnTo>
                    <a:pt x="228831" y="1087681"/>
                  </a:lnTo>
                  <a:lnTo>
                    <a:pt x="195021" y="1058461"/>
                  </a:lnTo>
                  <a:lnTo>
                    <a:pt x="163438" y="1026878"/>
                  </a:lnTo>
                  <a:lnTo>
                    <a:pt x="134218" y="993068"/>
                  </a:lnTo>
                  <a:lnTo>
                    <a:pt x="107498" y="957166"/>
                  </a:lnTo>
                  <a:lnTo>
                    <a:pt x="83412" y="919308"/>
                  </a:lnTo>
                  <a:lnTo>
                    <a:pt x="62097" y="879630"/>
                  </a:lnTo>
                  <a:lnTo>
                    <a:pt x="43689" y="838268"/>
                  </a:lnTo>
                  <a:lnTo>
                    <a:pt x="28323" y="795358"/>
                  </a:lnTo>
                  <a:lnTo>
                    <a:pt x="16135" y="751035"/>
                  </a:lnTo>
                  <a:lnTo>
                    <a:pt x="7261" y="705435"/>
                  </a:lnTo>
                  <a:lnTo>
                    <a:pt x="1838" y="658695"/>
                  </a:lnTo>
                  <a:lnTo>
                    <a:pt x="0" y="610949"/>
                  </a:lnTo>
                  <a:lnTo>
                    <a:pt x="1838" y="563204"/>
                  </a:lnTo>
                  <a:lnTo>
                    <a:pt x="7261" y="516464"/>
                  </a:lnTo>
                  <a:lnTo>
                    <a:pt x="16135" y="470864"/>
                  </a:lnTo>
                  <a:lnTo>
                    <a:pt x="28323" y="426541"/>
                  </a:lnTo>
                  <a:lnTo>
                    <a:pt x="43689" y="383631"/>
                  </a:lnTo>
                  <a:lnTo>
                    <a:pt x="62097" y="342269"/>
                  </a:lnTo>
                  <a:lnTo>
                    <a:pt x="83412" y="302591"/>
                  </a:lnTo>
                  <a:lnTo>
                    <a:pt x="107498" y="264734"/>
                  </a:lnTo>
                  <a:lnTo>
                    <a:pt x="134218" y="228831"/>
                  </a:lnTo>
                  <a:lnTo>
                    <a:pt x="163438" y="195021"/>
                  </a:lnTo>
                  <a:lnTo>
                    <a:pt x="195021" y="163438"/>
                  </a:lnTo>
                  <a:lnTo>
                    <a:pt x="228831" y="134218"/>
                  </a:lnTo>
                  <a:lnTo>
                    <a:pt x="264734" y="107498"/>
                  </a:lnTo>
                  <a:lnTo>
                    <a:pt x="302591" y="83412"/>
                  </a:lnTo>
                  <a:lnTo>
                    <a:pt x="342269" y="62097"/>
                  </a:lnTo>
                  <a:lnTo>
                    <a:pt x="383631" y="43689"/>
                  </a:lnTo>
                  <a:lnTo>
                    <a:pt x="426541" y="28323"/>
                  </a:lnTo>
                  <a:lnTo>
                    <a:pt x="470864" y="16135"/>
                  </a:lnTo>
                  <a:lnTo>
                    <a:pt x="516464" y="7261"/>
                  </a:lnTo>
                  <a:lnTo>
                    <a:pt x="563204" y="1838"/>
                  </a:lnTo>
                  <a:lnTo>
                    <a:pt x="610949" y="0"/>
                  </a:lnTo>
                  <a:lnTo>
                    <a:pt x="659326" y="1916"/>
                  </a:lnTo>
                  <a:lnTo>
                    <a:pt x="707100" y="7610"/>
                  </a:lnTo>
                  <a:lnTo>
                    <a:pt x="754065" y="16996"/>
                  </a:lnTo>
                  <a:lnTo>
                    <a:pt x="800017" y="29990"/>
                  </a:lnTo>
                  <a:lnTo>
                    <a:pt x="844750" y="46505"/>
                  </a:lnTo>
                  <a:lnTo>
                    <a:pt x="888059" y="66458"/>
                  </a:lnTo>
                  <a:lnTo>
                    <a:pt x="929740" y="89763"/>
                  </a:lnTo>
                  <a:lnTo>
                    <a:pt x="969586" y="116336"/>
                  </a:lnTo>
                  <a:lnTo>
                    <a:pt x="1007393" y="146090"/>
                  </a:lnTo>
                  <a:lnTo>
                    <a:pt x="1042956" y="178943"/>
                  </a:lnTo>
                  <a:lnTo>
                    <a:pt x="1075808" y="214506"/>
                  </a:lnTo>
                  <a:lnTo>
                    <a:pt x="1105563" y="252313"/>
                  </a:lnTo>
                  <a:lnTo>
                    <a:pt x="1132136" y="292159"/>
                  </a:lnTo>
                  <a:lnTo>
                    <a:pt x="1155441" y="333840"/>
                  </a:lnTo>
                  <a:lnTo>
                    <a:pt x="1175394" y="377149"/>
                  </a:lnTo>
                  <a:lnTo>
                    <a:pt x="1191909" y="421882"/>
                  </a:lnTo>
                  <a:lnTo>
                    <a:pt x="1204902" y="467834"/>
                  </a:lnTo>
                  <a:lnTo>
                    <a:pt x="1214289" y="514799"/>
                  </a:lnTo>
                  <a:lnTo>
                    <a:pt x="1219983" y="562573"/>
                  </a:lnTo>
                  <a:lnTo>
                    <a:pt x="1221899" y="610949"/>
                  </a:lnTo>
                  <a:lnTo>
                    <a:pt x="1220061" y="658695"/>
                  </a:lnTo>
                  <a:lnTo>
                    <a:pt x="1214638" y="705435"/>
                  </a:lnTo>
                  <a:lnTo>
                    <a:pt x="1205764" y="751035"/>
                  </a:lnTo>
                  <a:lnTo>
                    <a:pt x="1193576" y="795358"/>
                  </a:lnTo>
                  <a:lnTo>
                    <a:pt x="1178210" y="838268"/>
                  </a:lnTo>
                  <a:lnTo>
                    <a:pt x="1159802" y="879630"/>
                  </a:lnTo>
                  <a:lnTo>
                    <a:pt x="1138487" y="919308"/>
                  </a:lnTo>
                  <a:lnTo>
                    <a:pt x="1114401" y="957166"/>
                  </a:lnTo>
                  <a:lnTo>
                    <a:pt x="1087681" y="993068"/>
                  </a:lnTo>
                  <a:lnTo>
                    <a:pt x="1058461" y="1026878"/>
                  </a:lnTo>
                  <a:lnTo>
                    <a:pt x="1026878" y="1058461"/>
                  </a:lnTo>
                  <a:lnTo>
                    <a:pt x="993068" y="1087681"/>
                  </a:lnTo>
                  <a:lnTo>
                    <a:pt x="957165" y="1114401"/>
                  </a:lnTo>
                  <a:lnTo>
                    <a:pt x="919308" y="1138487"/>
                  </a:lnTo>
                  <a:lnTo>
                    <a:pt x="879630" y="1159802"/>
                  </a:lnTo>
                  <a:lnTo>
                    <a:pt x="838268" y="1178210"/>
                  </a:lnTo>
                  <a:lnTo>
                    <a:pt x="795357" y="1193576"/>
                  </a:lnTo>
                  <a:lnTo>
                    <a:pt x="751035" y="1205764"/>
                  </a:lnTo>
                  <a:lnTo>
                    <a:pt x="705435" y="1214638"/>
                  </a:lnTo>
                  <a:lnTo>
                    <a:pt x="658695" y="1220061"/>
                  </a:lnTo>
                  <a:lnTo>
                    <a:pt x="610949" y="1221899"/>
                  </a:lnTo>
                  <a:close/>
                </a:path>
              </a:pathLst>
            </a:custGeom>
            <a:solidFill>
              <a:srgbClr val="E1E4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935709" y="1626157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0" y="610949"/>
                  </a:moveTo>
                  <a:lnTo>
                    <a:pt x="1838" y="563204"/>
                  </a:lnTo>
                  <a:lnTo>
                    <a:pt x="7261" y="516464"/>
                  </a:lnTo>
                  <a:lnTo>
                    <a:pt x="16135" y="470864"/>
                  </a:lnTo>
                  <a:lnTo>
                    <a:pt x="28323" y="426541"/>
                  </a:lnTo>
                  <a:lnTo>
                    <a:pt x="43689" y="383631"/>
                  </a:lnTo>
                  <a:lnTo>
                    <a:pt x="62097" y="342269"/>
                  </a:lnTo>
                  <a:lnTo>
                    <a:pt x="83412" y="302591"/>
                  </a:lnTo>
                  <a:lnTo>
                    <a:pt x="107498" y="264734"/>
                  </a:lnTo>
                  <a:lnTo>
                    <a:pt x="134218" y="228831"/>
                  </a:lnTo>
                  <a:lnTo>
                    <a:pt x="163438" y="195021"/>
                  </a:lnTo>
                  <a:lnTo>
                    <a:pt x="195021" y="163438"/>
                  </a:lnTo>
                  <a:lnTo>
                    <a:pt x="228831" y="134218"/>
                  </a:lnTo>
                  <a:lnTo>
                    <a:pt x="264734" y="107498"/>
                  </a:lnTo>
                  <a:lnTo>
                    <a:pt x="302591" y="83412"/>
                  </a:lnTo>
                  <a:lnTo>
                    <a:pt x="342269" y="62097"/>
                  </a:lnTo>
                  <a:lnTo>
                    <a:pt x="383631" y="43689"/>
                  </a:lnTo>
                  <a:lnTo>
                    <a:pt x="426541" y="28323"/>
                  </a:lnTo>
                  <a:lnTo>
                    <a:pt x="470864" y="16135"/>
                  </a:lnTo>
                  <a:lnTo>
                    <a:pt x="516464" y="7261"/>
                  </a:lnTo>
                  <a:lnTo>
                    <a:pt x="563204" y="1838"/>
                  </a:lnTo>
                  <a:lnTo>
                    <a:pt x="610949" y="0"/>
                  </a:lnTo>
                  <a:lnTo>
                    <a:pt x="659326" y="1916"/>
                  </a:lnTo>
                  <a:lnTo>
                    <a:pt x="707100" y="7610"/>
                  </a:lnTo>
                  <a:lnTo>
                    <a:pt x="754065" y="16996"/>
                  </a:lnTo>
                  <a:lnTo>
                    <a:pt x="800017" y="29990"/>
                  </a:lnTo>
                  <a:lnTo>
                    <a:pt x="844750" y="46505"/>
                  </a:lnTo>
                  <a:lnTo>
                    <a:pt x="888059" y="66458"/>
                  </a:lnTo>
                  <a:lnTo>
                    <a:pt x="929740" y="89763"/>
                  </a:lnTo>
                  <a:lnTo>
                    <a:pt x="969586" y="116336"/>
                  </a:lnTo>
                  <a:lnTo>
                    <a:pt x="1007393" y="146090"/>
                  </a:lnTo>
                  <a:lnTo>
                    <a:pt x="1042956" y="178943"/>
                  </a:lnTo>
                  <a:lnTo>
                    <a:pt x="1075808" y="214506"/>
                  </a:lnTo>
                  <a:lnTo>
                    <a:pt x="1105563" y="252313"/>
                  </a:lnTo>
                  <a:lnTo>
                    <a:pt x="1132136" y="292159"/>
                  </a:lnTo>
                  <a:lnTo>
                    <a:pt x="1155441" y="333840"/>
                  </a:lnTo>
                  <a:lnTo>
                    <a:pt x="1175394" y="377149"/>
                  </a:lnTo>
                  <a:lnTo>
                    <a:pt x="1191909" y="421882"/>
                  </a:lnTo>
                  <a:lnTo>
                    <a:pt x="1204902" y="467834"/>
                  </a:lnTo>
                  <a:lnTo>
                    <a:pt x="1214289" y="514799"/>
                  </a:lnTo>
                  <a:lnTo>
                    <a:pt x="1219983" y="562573"/>
                  </a:lnTo>
                  <a:lnTo>
                    <a:pt x="1221899" y="610949"/>
                  </a:lnTo>
                  <a:lnTo>
                    <a:pt x="1220061" y="658695"/>
                  </a:lnTo>
                  <a:lnTo>
                    <a:pt x="1214638" y="705435"/>
                  </a:lnTo>
                  <a:lnTo>
                    <a:pt x="1205764" y="751035"/>
                  </a:lnTo>
                  <a:lnTo>
                    <a:pt x="1193576" y="795358"/>
                  </a:lnTo>
                  <a:lnTo>
                    <a:pt x="1178210" y="838268"/>
                  </a:lnTo>
                  <a:lnTo>
                    <a:pt x="1159802" y="879630"/>
                  </a:lnTo>
                  <a:lnTo>
                    <a:pt x="1138487" y="919308"/>
                  </a:lnTo>
                  <a:lnTo>
                    <a:pt x="1114401" y="957166"/>
                  </a:lnTo>
                  <a:lnTo>
                    <a:pt x="1087681" y="993068"/>
                  </a:lnTo>
                  <a:lnTo>
                    <a:pt x="1058461" y="1026878"/>
                  </a:lnTo>
                  <a:lnTo>
                    <a:pt x="1026878" y="1058461"/>
                  </a:lnTo>
                  <a:lnTo>
                    <a:pt x="993068" y="1087681"/>
                  </a:lnTo>
                  <a:lnTo>
                    <a:pt x="957165" y="1114401"/>
                  </a:lnTo>
                  <a:lnTo>
                    <a:pt x="919308" y="1138487"/>
                  </a:lnTo>
                  <a:lnTo>
                    <a:pt x="879630" y="1159802"/>
                  </a:lnTo>
                  <a:lnTo>
                    <a:pt x="838268" y="1178210"/>
                  </a:lnTo>
                  <a:lnTo>
                    <a:pt x="795357" y="1193576"/>
                  </a:lnTo>
                  <a:lnTo>
                    <a:pt x="751035" y="1205764"/>
                  </a:lnTo>
                  <a:lnTo>
                    <a:pt x="705435" y="1214638"/>
                  </a:lnTo>
                  <a:lnTo>
                    <a:pt x="658695" y="1220061"/>
                  </a:lnTo>
                  <a:lnTo>
                    <a:pt x="610949" y="1221899"/>
                  </a:lnTo>
                  <a:lnTo>
                    <a:pt x="563204" y="1220061"/>
                  </a:lnTo>
                  <a:lnTo>
                    <a:pt x="516464" y="1214638"/>
                  </a:lnTo>
                  <a:lnTo>
                    <a:pt x="470864" y="1205764"/>
                  </a:lnTo>
                  <a:lnTo>
                    <a:pt x="426541" y="1193576"/>
                  </a:lnTo>
                  <a:lnTo>
                    <a:pt x="383631" y="1178210"/>
                  </a:lnTo>
                  <a:lnTo>
                    <a:pt x="342269" y="1159802"/>
                  </a:lnTo>
                  <a:lnTo>
                    <a:pt x="302591" y="1138487"/>
                  </a:lnTo>
                  <a:lnTo>
                    <a:pt x="264734" y="1114401"/>
                  </a:lnTo>
                  <a:lnTo>
                    <a:pt x="228831" y="1087681"/>
                  </a:lnTo>
                  <a:lnTo>
                    <a:pt x="195021" y="1058461"/>
                  </a:lnTo>
                  <a:lnTo>
                    <a:pt x="163438" y="1026878"/>
                  </a:lnTo>
                  <a:lnTo>
                    <a:pt x="134218" y="993068"/>
                  </a:lnTo>
                  <a:lnTo>
                    <a:pt x="107498" y="957166"/>
                  </a:lnTo>
                  <a:lnTo>
                    <a:pt x="83412" y="919308"/>
                  </a:lnTo>
                  <a:lnTo>
                    <a:pt x="62097" y="879630"/>
                  </a:lnTo>
                  <a:lnTo>
                    <a:pt x="43689" y="838268"/>
                  </a:lnTo>
                  <a:lnTo>
                    <a:pt x="28323" y="795358"/>
                  </a:lnTo>
                  <a:lnTo>
                    <a:pt x="16135" y="751035"/>
                  </a:lnTo>
                  <a:lnTo>
                    <a:pt x="7261" y="705435"/>
                  </a:lnTo>
                  <a:lnTo>
                    <a:pt x="1838" y="658695"/>
                  </a:lnTo>
                  <a:lnTo>
                    <a:pt x="0" y="610949"/>
                  </a:lnTo>
                  <a:close/>
                </a:path>
              </a:pathLst>
            </a:custGeom>
            <a:ln w="9524">
              <a:solidFill>
                <a:srgbClr val="E1E4F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6663" y="1626153"/>
            <a:ext cx="1156238" cy="115620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68441" y="1597348"/>
            <a:ext cx="1156244" cy="105499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277" y="1642522"/>
            <a:ext cx="1123500" cy="1123472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6666321" y="1625571"/>
            <a:ext cx="1231900" cy="1231900"/>
            <a:chOff x="6666321" y="1625571"/>
            <a:chExt cx="1231900" cy="1231900"/>
          </a:xfrm>
        </p:grpSpPr>
        <p:sp>
          <p:nvSpPr>
            <p:cNvPr id="17" name="object 17"/>
            <p:cNvSpPr/>
            <p:nvPr/>
          </p:nvSpPr>
          <p:spPr>
            <a:xfrm>
              <a:off x="6671084" y="1630334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610949" y="1221899"/>
                  </a:moveTo>
                  <a:lnTo>
                    <a:pt x="563204" y="1220061"/>
                  </a:lnTo>
                  <a:lnTo>
                    <a:pt x="516464" y="1214638"/>
                  </a:lnTo>
                  <a:lnTo>
                    <a:pt x="470864" y="1205764"/>
                  </a:lnTo>
                  <a:lnTo>
                    <a:pt x="426542" y="1193576"/>
                  </a:lnTo>
                  <a:lnTo>
                    <a:pt x="383631" y="1178210"/>
                  </a:lnTo>
                  <a:lnTo>
                    <a:pt x="342269" y="1159802"/>
                  </a:lnTo>
                  <a:lnTo>
                    <a:pt x="302591" y="1138487"/>
                  </a:lnTo>
                  <a:lnTo>
                    <a:pt x="264734" y="1114401"/>
                  </a:lnTo>
                  <a:lnTo>
                    <a:pt x="228832" y="1087681"/>
                  </a:lnTo>
                  <a:lnTo>
                    <a:pt x="195021" y="1058461"/>
                  </a:lnTo>
                  <a:lnTo>
                    <a:pt x="163438" y="1026878"/>
                  </a:lnTo>
                  <a:lnTo>
                    <a:pt x="134218" y="993068"/>
                  </a:lnTo>
                  <a:lnTo>
                    <a:pt x="107498" y="957166"/>
                  </a:lnTo>
                  <a:lnTo>
                    <a:pt x="83412" y="919308"/>
                  </a:lnTo>
                  <a:lnTo>
                    <a:pt x="62097" y="879630"/>
                  </a:lnTo>
                  <a:lnTo>
                    <a:pt x="43689" y="838268"/>
                  </a:lnTo>
                  <a:lnTo>
                    <a:pt x="28323" y="795358"/>
                  </a:lnTo>
                  <a:lnTo>
                    <a:pt x="16135" y="751035"/>
                  </a:lnTo>
                  <a:lnTo>
                    <a:pt x="7261" y="705435"/>
                  </a:lnTo>
                  <a:lnTo>
                    <a:pt x="1838" y="658695"/>
                  </a:lnTo>
                  <a:lnTo>
                    <a:pt x="0" y="610949"/>
                  </a:lnTo>
                  <a:lnTo>
                    <a:pt x="1838" y="563204"/>
                  </a:lnTo>
                  <a:lnTo>
                    <a:pt x="7261" y="516464"/>
                  </a:lnTo>
                  <a:lnTo>
                    <a:pt x="16135" y="470864"/>
                  </a:lnTo>
                  <a:lnTo>
                    <a:pt x="28323" y="426541"/>
                  </a:lnTo>
                  <a:lnTo>
                    <a:pt x="43689" y="383631"/>
                  </a:lnTo>
                  <a:lnTo>
                    <a:pt x="62097" y="342269"/>
                  </a:lnTo>
                  <a:lnTo>
                    <a:pt x="83412" y="302591"/>
                  </a:lnTo>
                  <a:lnTo>
                    <a:pt x="107498" y="264733"/>
                  </a:lnTo>
                  <a:lnTo>
                    <a:pt x="134218" y="228831"/>
                  </a:lnTo>
                  <a:lnTo>
                    <a:pt x="163438" y="195021"/>
                  </a:lnTo>
                  <a:lnTo>
                    <a:pt x="195021" y="163438"/>
                  </a:lnTo>
                  <a:lnTo>
                    <a:pt x="228832" y="134218"/>
                  </a:lnTo>
                  <a:lnTo>
                    <a:pt x="264734" y="107498"/>
                  </a:lnTo>
                  <a:lnTo>
                    <a:pt x="302591" y="83412"/>
                  </a:lnTo>
                  <a:lnTo>
                    <a:pt x="342269" y="62097"/>
                  </a:lnTo>
                  <a:lnTo>
                    <a:pt x="383631" y="43689"/>
                  </a:lnTo>
                  <a:lnTo>
                    <a:pt x="426542" y="28323"/>
                  </a:lnTo>
                  <a:lnTo>
                    <a:pt x="470864" y="16135"/>
                  </a:lnTo>
                  <a:lnTo>
                    <a:pt x="516464" y="7261"/>
                  </a:lnTo>
                  <a:lnTo>
                    <a:pt x="563204" y="1838"/>
                  </a:lnTo>
                  <a:lnTo>
                    <a:pt x="610949" y="0"/>
                  </a:lnTo>
                  <a:lnTo>
                    <a:pt x="659326" y="1916"/>
                  </a:lnTo>
                  <a:lnTo>
                    <a:pt x="707100" y="7610"/>
                  </a:lnTo>
                  <a:lnTo>
                    <a:pt x="754065" y="16996"/>
                  </a:lnTo>
                  <a:lnTo>
                    <a:pt x="800017" y="29990"/>
                  </a:lnTo>
                  <a:lnTo>
                    <a:pt x="844750" y="46505"/>
                  </a:lnTo>
                  <a:lnTo>
                    <a:pt x="888059" y="66458"/>
                  </a:lnTo>
                  <a:lnTo>
                    <a:pt x="929739" y="89763"/>
                  </a:lnTo>
                  <a:lnTo>
                    <a:pt x="969586" y="116336"/>
                  </a:lnTo>
                  <a:lnTo>
                    <a:pt x="1007393" y="146090"/>
                  </a:lnTo>
                  <a:lnTo>
                    <a:pt x="1042956" y="178943"/>
                  </a:lnTo>
                  <a:lnTo>
                    <a:pt x="1075809" y="214506"/>
                  </a:lnTo>
                  <a:lnTo>
                    <a:pt x="1105563" y="252313"/>
                  </a:lnTo>
                  <a:lnTo>
                    <a:pt x="1132136" y="292159"/>
                  </a:lnTo>
                  <a:lnTo>
                    <a:pt x="1155441" y="333840"/>
                  </a:lnTo>
                  <a:lnTo>
                    <a:pt x="1175394" y="377149"/>
                  </a:lnTo>
                  <a:lnTo>
                    <a:pt x="1191909" y="421882"/>
                  </a:lnTo>
                  <a:lnTo>
                    <a:pt x="1204902" y="467834"/>
                  </a:lnTo>
                  <a:lnTo>
                    <a:pt x="1214289" y="514799"/>
                  </a:lnTo>
                  <a:lnTo>
                    <a:pt x="1219983" y="562573"/>
                  </a:lnTo>
                  <a:lnTo>
                    <a:pt x="1221899" y="610949"/>
                  </a:lnTo>
                  <a:lnTo>
                    <a:pt x="1220061" y="658695"/>
                  </a:lnTo>
                  <a:lnTo>
                    <a:pt x="1214638" y="705435"/>
                  </a:lnTo>
                  <a:lnTo>
                    <a:pt x="1205764" y="751035"/>
                  </a:lnTo>
                  <a:lnTo>
                    <a:pt x="1193576" y="795358"/>
                  </a:lnTo>
                  <a:lnTo>
                    <a:pt x="1178210" y="838268"/>
                  </a:lnTo>
                  <a:lnTo>
                    <a:pt x="1159802" y="879630"/>
                  </a:lnTo>
                  <a:lnTo>
                    <a:pt x="1138487" y="919308"/>
                  </a:lnTo>
                  <a:lnTo>
                    <a:pt x="1114401" y="957166"/>
                  </a:lnTo>
                  <a:lnTo>
                    <a:pt x="1087681" y="993068"/>
                  </a:lnTo>
                  <a:lnTo>
                    <a:pt x="1058461" y="1026878"/>
                  </a:lnTo>
                  <a:lnTo>
                    <a:pt x="1026878" y="1058461"/>
                  </a:lnTo>
                  <a:lnTo>
                    <a:pt x="993068" y="1087681"/>
                  </a:lnTo>
                  <a:lnTo>
                    <a:pt x="957166" y="1114401"/>
                  </a:lnTo>
                  <a:lnTo>
                    <a:pt x="919308" y="1138487"/>
                  </a:lnTo>
                  <a:lnTo>
                    <a:pt x="879630" y="1159802"/>
                  </a:lnTo>
                  <a:lnTo>
                    <a:pt x="838268" y="1178210"/>
                  </a:lnTo>
                  <a:lnTo>
                    <a:pt x="795358" y="1193576"/>
                  </a:lnTo>
                  <a:lnTo>
                    <a:pt x="751035" y="1205764"/>
                  </a:lnTo>
                  <a:lnTo>
                    <a:pt x="705435" y="1214638"/>
                  </a:lnTo>
                  <a:lnTo>
                    <a:pt x="658695" y="1220061"/>
                  </a:lnTo>
                  <a:lnTo>
                    <a:pt x="610949" y="1221899"/>
                  </a:lnTo>
                  <a:close/>
                </a:path>
              </a:pathLst>
            </a:custGeom>
            <a:solidFill>
              <a:srgbClr val="E1E4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71084" y="1630334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0" y="610949"/>
                  </a:moveTo>
                  <a:lnTo>
                    <a:pt x="1838" y="563204"/>
                  </a:lnTo>
                  <a:lnTo>
                    <a:pt x="7261" y="516464"/>
                  </a:lnTo>
                  <a:lnTo>
                    <a:pt x="16135" y="470864"/>
                  </a:lnTo>
                  <a:lnTo>
                    <a:pt x="28323" y="426541"/>
                  </a:lnTo>
                  <a:lnTo>
                    <a:pt x="43689" y="383631"/>
                  </a:lnTo>
                  <a:lnTo>
                    <a:pt x="62097" y="342269"/>
                  </a:lnTo>
                  <a:lnTo>
                    <a:pt x="83412" y="302591"/>
                  </a:lnTo>
                  <a:lnTo>
                    <a:pt x="107498" y="264733"/>
                  </a:lnTo>
                  <a:lnTo>
                    <a:pt x="134218" y="228831"/>
                  </a:lnTo>
                  <a:lnTo>
                    <a:pt x="163438" y="195021"/>
                  </a:lnTo>
                  <a:lnTo>
                    <a:pt x="195021" y="163438"/>
                  </a:lnTo>
                  <a:lnTo>
                    <a:pt x="228832" y="134218"/>
                  </a:lnTo>
                  <a:lnTo>
                    <a:pt x="264734" y="107498"/>
                  </a:lnTo>
                  <a:lnTo>
                    <a:pt x="302591" y="83412"/>
                  </a:lnTo>
                  <a:lnTo>
                    <a:pt x="342269" y="62097"/>
                  </a:lnTo>
                  <a:lnTo>
                    <a:pt x="383631" y="43689"/>
                  </a:lnTo>
                  <a:lnTo>
                    <a:pt x="426542" y="28323"/>
                  </a:lnTo>
                  <a:lnTo>
                    <a:pt x="470864" y="16135"/>
                  </a:lnTo>
                  <a:lnTo>
                    <a:pt x="516464" y="7261"/>
                  </a:lnTo>
                  <a:lnTo>
                    <a:pt x="563204" y="1838"/>
                  </a:lnTo>
                  <a:lnTo>
                    <a:pt x="610949" y="0"/>
                  </a:lnTo>
                  <a:lnTo>
                    <a:pt x="659326" y="1916"/>
                  </a:lnTo>
                  <a:lnTo>
                    <a:pt x="707100" y="7610"/>
                  </a:lnTo>
                  <a:lnTo>
                    <a:pt x="754065" y="16996"/>
                  </a:lnTo>
                  <a:lnTo>
                    <a:pt x="800017" y="29990"/>
                  </a:lnTo>
                  <a:lnTo>
                    <a:pt x="844750" y="46505"/>
                  </a:lnTo>
                  <a:lnTo>
                    <a:pt x="888059" y="66458"/>
                  </a:lnTo>
                  <a:lnTo>
                    <a:pt x="929739" y="89763"/>
                  </a:lnTo>
                  <a:lnTo>
                    <a:pt x="969586" y="116336"/>
                  </a:lnTo>
                  <a:lnTo>
                    <a:pt x="1007393" y="146090"/>
                  </a:lnTo>
                  <a:lnTo>
                    <a:pt x="1042956" y="178943"/>
                  </a:lnTo>
                  <a:lnTo>
                    <a:pt x="1075809" y="214506"/>
                  </a:lnTo>
                  <a:lnTo>
                    <a:pt x="1105563" y="252313"/>
                  </a:lnTo>
                  <a:lnTo>
                    <a:pt x="1132136" y="292159"/>
                  </a:lnTo>
                  <a:lnTo>
                    <a:pt x="1155441" y="333840"/>
                  </a:lnTo>
                  <a:lnTo>
                    <a:pt x="1175394" y="377149"/>
                  </a:lnTo>
                  <a:lnTo>
                    <a:pt x="1191909" y="421882"/>
                  </a:lnTo>
                  <a:lnTo>
                    <a:pt x="1204902" y="467834"/>
                  </a:lnTo>
                  <a:lnTo>
                    <a:pt x="1214289" y="514799"/>
                  </a:lnTo>
                  <a:lnTo>
                    <a:pt x="1219983" y="562573"/>
                  </a:lnTo>
                  <a:lnTo>
                    <a:pt x="1221899" y="610949"/>
                  </a:lnTo>
                  <a:lnTo>
                    <a:pt x="1220061" y="658695"/>
                  </a:lnTo>
                  <a:lnTo>
                    <a:pt x="1214638" y="705435"/>
                  </a:lnTo>
                  <a:lnTo>
                    <a:pt x="1205764" y="751035"/>
                  </a:lnTo>
                  <a:lnTo>
                    <a:pt x="1193576" y="795358"/>
                  </a:lnTo>
                  <a:lnTo>
                    <a:pt x="1178210" y="838268"/>
                  </a:lnTo>
                  <a:lnTo>
                    <a:pt x="1159802" y="879630"/>
                  </a:lnTo>
                  <a:lnTo>
                    <a:pt x="1138487" y="919308"/>
                  </a:lnTo>
                  <a:lnTo>
                    <a:pt x="1114401" y="957166"/>
                  </a:lnTo>
                  <a:lnTo>
                    <a:pt x="1087681" y="993068"/>
                  </a:lnTo>
                  <a:lnTo>
                    <a:pt x="1058461" y="1026878"/>
                  </a:lnTo>
                  <a:lnTo>
                    <a:pt x="1026878" y="1058461"/>
                  </a:lnTo>
                  <a:lnTo>
                    <a:pt x="993068" y="1087681"/>
                  </a:lnTo>
                  <a:lnTo>
                    <a:pt x="957166" y="1114401"/>
                  </a:lnTo>
                  <a:lnTo>
                    <a:pt x="919308" y="1138487"/>
                  </a:lnTo>
                  <a:lnTo>
                    <a:pt x="879630" y="1159802"/>
                  </a:lnTo>
                  <a:lnTo>
                    <a:pt x="838268" y="1178210"/>
                  </a:lnTo>
                  <a:lnTo>
                    <a:pt x="795358" y="1193576"/>
                  </a:lnTo>
                  <a:lnTo>
                    <a:pt x="751035" y="1205764"/>
                  </a:lnTo>
                  <a:lnTo>
                    <a:pt x="705435" y="1214638"/>
                  </a:lnTo>
                  <a:lnTo>
                    <a:pt x="658695" y="1220061"/>
                  </a:lnTo>
                  <a:lnTo>
                    <a:pt x="610949" y="1221899"/>
                  </a:lnTo>
                  <a:lnTo>
                    <a:pt x="563204" y="1220061"/>
                  </a:lnTo>
                  <a:lnTo>
                    <a:pt x="516464" y="1214638"/>
                  </a:lnTo>
                  <a:lnTo>
                    <a:pt x="470864" y="1205764"/>
                  </a:lnTo>
                  <a:lnTo>
                    <a:pt x="426542" y="1193576"/>
                  </a:lnTo>
                  <a:lnTo>
                    <a:pt x="383631" y="1178210"/>
                  </a:lnTo>
                  <a:lnTo>
                    <a:pt x="342269" y="1159802"/>
                  </a:lnTo>
                  <a:lnTo>
                    <a:pt x="302591" y="1138487"/>
                  </a:lnTo>
                  <a:lnTo>
                    <a:pt x="264734" y="1114401"/>
                  </a:lnTo>
                  <a:lnTo>
                    <a:pt x="228832" y="1087681"/>
                  </a:lnTo>
                  <a:lnTo>
                    <a:pt x="195021" y="1058461"/>
                  </a:lnTo>
                  <a:lnTo>
                    <a:pt x="163438" y="1026878"/>
                  </a:lnTo>
                  <a:lnTo>
                    <a:pt x="134218" y="993068"/>
                  </a:lnTo>
                  <a:lnTo>
                    <a:pt x="107498" y="957166"/>
                  </a:lnTo>
                  <a:lnTo>
                    <a:pt x="83412" y="919308"/>
                  </a:lnTo>
                  <a:lnTo>
                    <a:pt x="62097" y="879630"/>
                  </a:lnTo>
                  <a:lnTo>
                    <a:pt x="43689" y="838268"/>
                  </a:lnTo>
                  <a:lnTo>
                    <a:pt x="28323" y="795358"/>
                  </a:lnTo>
                  <a:lnTo>
                    <a:pt x="16135" y="751035"/>
                  </a:lnTo>
                  <a:lnTo>
                    <a:pt x="7261" y="705435"/>
                  </a:lnTo>
                  <a:lnTo>
                    <a:pt x="1838" y="658695"/>
                  </a:lnTo>
                  <a:lnTo>
                    <a:pt x="0" y="610949"/>
                  </a:lnTo>
                  <a:close/>
                </a:path>
              </a:pathLst>
            </a:custGeom>
            <a:ln w="9524">
              <a:solidFill>
                <a:srgbClr val="E1E4F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3824" y="1630329"/>
              <a:ext cx="1156239" cy="115620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571429" y="3096310"/>
            <a:ext cx="367982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4200" algn="l"/>
              </a:tabLst>
            </a:pPr>
            <a:r>
              <a:rPr dirty="0" sz="2100" spc="-65" b="1">
                <a:solidFill>
                  <a:srgbClr val="241160"/>
                </a:solidFill>
                <a:latin typeface="Trebuchet MS"/>
                <a:cs typeface="Trebuchet MS"/>
              </a:rPr>
              <a:t>Ruwaa</a:t>
            </a:r>
            <a:r>
              <a:rPr dirty="0" sz="2100" spc="-130" b="1">
                <a:solidFill>
                  <a:srgbClr val="241160"/>
                </a:solidFill>
                <a:latin typeface="Trebuchet MS"/>
                <a:cs typeface="Trebuchet MS"/>
              </a:rPr>
              <a:t> </a:t>
            </a:r>
            <a:r>
              <a:rPr dirty="0" sz="2100" spc="-10" b="1">
                <a:solidFill>
                  <a:srgbClr val="241160"/>
                </a:solidFill>
                <a:latin typeface="Trebuchet MS"/>
                <a:cs typeface="Trebuchet MS"/>
              </a:rPr>
              <a:t>Surrati</a:t>
            </a:r>
            <a:r>
              <a:rPr dirty="0" sz="2100" b="1">
                <a:solidFill>
                  <a:srgbClr val="241160"/>
                </a:solidFill>
                <a:latin typeface="Trebuchet MS"/>
                <a:cs typeface="Trebuchet MS"/>
              </a:rPr>
              <a:t>	</a:t>
            </a:r>
            <a:r>
              <a:rPr dirty="0" sz="2100">
                <a:solidFill>
                  <a:srgbClr val="241160"/>
                </a:solidFill>
                <a:latin typeface="Arial MT"/>
                <a:cs typeface="Arial MT"/>
              </a:rPr>
              <a:t>Shahad</a:t>
            </a:r>
            <a:r>
              <a:rPr dirty="0" sz="2100" spc="-145">
                <a:solidFill>
                  <a:srgbClr val="24116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241160"/>
                </a:solidFill>
                <a:latin typeface="Arial MT"/>
                <a:cs typeface="Arial MT"/>
              </a:rPr>
              <a:t>Alharbi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80685" y="3096310"/>
            <a:ext cx="1602740" cy="958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80" b="1">
                <a:solidFill>
                  <a:srgbClr val="241160"/>
                </a:solidFill>
                <a:latin typeface="Trebuchet MS"/>
                <a:cs typeface="Trebuchet MS"/>
              </a:rPr>
              <a:t>Asrar</a:t>
            </a:r>
            <a:r>
              <a:rPr dirty="0" sz="2100" spc="-135" b="1">
                <a:solidFill>
                  <a:srgbClr val="241160"/>
                </a:solidFill>
                <a:latin typeface="Trebuchet MS"/>
                <a:cs typeface="Trebuchet MS"/>
              </a:rPr>
              <a:t> </a:t>
            </a:r>
            <a:r>
              <a:rPr dirty="0" sz="2100" spc="-90" b="1">
                <a:solidFill>
                  <a:srgbClr val="241160"/>
                </a:solidFill>
                <a:latin typeface="Trebuchet MS"/>
                <a:cs typeface="Trebuchet MS"/>
              </a:rPr>
              <a:t>Fallatah</a:t>
            </a:r>
            <a:endParaRPr sz="2100">
              <a:latin typeface="Trebuchet MS"/>
              <a:cs typeface="Trebuchet MS"/>
            </a:endParaRPr>
          </a:p>
          <a:p>
            <a:pPr marL="465455" marR="147320" indent="-180340">
              <a:lnSpc>
                <a:spcPct val="114999"/>
              </a:lnSpc>
              <a:spcBef>
                <a:spcPts val="1230"/>
              </a:spcBef>
            </a:pP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BS.c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in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Computer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Engineering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2469" y="3096310"/>
            <a:ext cx="1526540" cy="730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0" b="1">
                <a:solidFill>
                  <a:srgbClr val="241160"/>
                </a:solidFill>
                <a:latin typeface="Trebuchet MS"/>
                <a:cs typeface="Trebuchet MS"/>
              </a:rPr>
              <a:t>Amira</a:t>
            </a:r>
            <a:r>
              <a:rPr dirty="0" sz="2100" spc="-140" b="1">
                <a:solidFill>
                  <a:srgbClr val="241160"/>
                </a:solidFill>
                <a:latin typeface="Trebuchet MS"/>
                <a:cs typeface="Trebuchet MS"/>
              </a:rPr>
              <a:t> </a:t>
            </a:r>
            <a:r>
              <a:rPr dirty="0" sz="2100" spc="-125" b="1">
                <a:solidFill>
                  <a:srgbClr val="241160"/>
                </a:solidFill>
                <a:latin typeface="Trebuchet MS"/>
                <a:cs typeface="Trebuchet MS"/>
              </a:rPr>
              <a:t>Aljuaid</a:t>
            </a:r>
            <a:endParaRPr sz="2100">
              <a:latin typeface="Trebuchet MS"/>
              <a:cs typeface="Trebuchet MS"/>
            </a:endParaRPr>
          </a:p>
          <a:p>
            <a:pPr marL="374650">
              <a:lnSpc>
                <a:spcPct val="100000"/>
              </a:lnSpc>
              <a:spcBef>
                <a:spcPts val="1465"/>
              </a:spcBef>
            </a:pP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MS.c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in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AI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93077" y="3550287"/>
            <a:ext cx="17379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BS.c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in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Computer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Science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13973" y="3603245"/>
            <a:ext cx="60579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5">
                <a:solidFill>
                  <a:srgbClr val="595959"/>
                </a:solidFill>
                <a:latin typeface="Tahoma"/>
                <a:cs typeface="Tahoma"/>
              </a:rPr>
              <a:t>B.S.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in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AI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7750" y="0"/>
            <a:ext cx="1946249" cy="5139900"/>
          </a:xfrm>
          <a:prstGeom prst="rect">
            <a:avLst/>
          </a:prstGeom>
        </p:spPr>
      </p:pic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793024" y="502810"/>
            <a:ext cx="24942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41160"/>
                </a:solidFill>
                <a:latin typeface="Tahoma"/>
                <a:cs typeface="Tahoma"/>
              </a:rPr>
              <a:t>Meet</a:t>
            </a:r>
            <a:r>
              <a:rPr dirty="0" spc="-22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pc="-105">
                <a:solidFill>
                  <a:srgbClr val="241160"/>
                </a:solidFill>
                <a:latin typeface="Tahoma"/>
                <a:cs typeface="Tahoma"/>
              </a:rPr>
              <a:t>Our</a:t>
            </a:r>
            <a:r>
              <a:rPr dirty="0" spc="-21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pc="-110">
                <a:solidFill>
                  <a:srgbClr val="241160"/>
                </a:solidFill>
                <a:latin typeface="Tahoma"/>
                <a:cs typeface="Tahoma"/>
              </a:rPr>
              <a:t>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3024" y="502810"/>
            <a:ext cx="12344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>
                <a:solidFill>
                  <a:srgbClr val="241160"/>
                </a:solidFill>
                <a:latin typeface="Tahoma"/>
                <a:cs typeface="Tahoma"/>
              </a:rPr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999" y="1480883"/>
            <a:ext cx="734695" cy="447675"/>
          </a:xfrm>
          <a:prstGeom prst="rect">
            <a:avLst/>
          </a:prstGeom>
          <a:solidFill>
            <a:srgbClr val="E1E4FC"/>
          </a:solidFill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3440"/>
              </a:lnSpc>
            </a:pPr>
            <a:r>
              <a:rPr dirty="0" sz="3000" spc="-25" b="1">
                <a:solidFill>
                  <a:srgbClr val="241160"/>
                </a:solidFill>
                <a:latin typeface="Trebuchet MS"/>
                <a:cs typeface="Trebuchet MS"/>
              </a:rPr>
              <a:t>01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999" y="2990491"/>
            <a:ext cx="734695" cy="447675"/>
          </a:xfrm>
          <a:prstGeom prst="rect">
            <a:avLst/>
          </a:prstGeom>
          <a:solidFill>
            <a:srgbClr val="E1E4FC"/>
          </a:solidFill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3440"/>
              </a:lnSpc>
            </a:pPr>
            <a:r>
              <a:rPr dirty="0" sz="3000" spc="-25" b="1">
                <a:solidFill>
                  <a:srgbClr val="241160"/>
                </a:solidFill>
                <a:latin typeface="Trebuchet MS"/>
                <a:cs typeface="Trebuchet MS"/>
              </a:rPr>
              <a:t>04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6000" y="1480883"/>
            <a:ext cx="734695" cy="447675"/>
          </a:xfrm>
          <a:prstGeom prst="rect">
            <a:avLst/>
          </a:prstGeom>
          <a:solidFill>
            <a:srgbClr val="E1E4FC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3440"/>
              </a:lnSpc>
            </a:pPr>
            <a:r>
              <a:rPr dirty="0" sz="3000" spc="-25" b="1">
                <a:solidFill>
                  <a:srgbClr val="241160"/>
                </a:solidFill>
                <a:latin typeface="Trebuchet MS"/>
                <a:cs typeface="Trebuchet MS"/>
              </a:rPr>
              <a:t>02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6000" y="2990491"/>
            <a:ext cx="734695" cy="447675"/>
          </a:xfrm>
          <a:prstGeom prst="rect">
            <a:avLst/>
          </a:prstGeom>
          <a:solidFill>
            <a:srgbClr val="E1E4FC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3440"/>
              </a:lnSpc>
            </a:pPr>
            <a:r>
              <a:rPr dirty="0" sz="3000" spc="-25" b="1">
                <a:solidFill>
                  <a:srgbClr val="241160"/>
                </a:solidFill>
                <a:latin typeface="Trebuchet MS"/>
                <a:cs typeface="Trebuchet MS"/>
              </a:rPr>
              <a:t>05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2000" y="1480883"/>
            <a:ext cx="734695" cy="447675"/>
          </a:xfrm>
          <a:prstGeom prst="rect">
            <a:avLst/>
          </a:prstGeom>
          <a:solidFill>
            <a:srgbClr val="E1E4FC"/>
          </a:solidFill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3440"/>
              </a:lnSpc>
            </a:pPr>
            <a:r>
              <a:rPr dirty="0" sz="3000" spc="-25" b="1">
                <a:solidFill>
                  <a:srgbClr val="241160"/>
                </a:solidFill>
                <a:latin typeface="Trebuchet MS"/>
                <a:cs typeface="Trebuchet MS"/>
              </a:rPr>
              <a:t>03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92000" y="2990491"/>
            <a:ext cx="734695" cy="447675"/>
          </a:xfrm>
          <a:prstGeom prst="rect">
            <a:avLst/>
          </a:prstGeom>
          <a:solidFill>
            <a:srgbClr val="E1E4FC"/>
          </a:solidFill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3440"/>
              </a:lnSpc>
            </a:pPr>
            <a:r>
              <a:rPr dirty="0" sz="3000" spc="-25" b="1">
                <a:solidFill>
                  <a:srgbClr val="241160"/>
                </a:solidFill>
                <a:latin typeface="Trebuchet MS"/>
                <a:cs typeface="Trebuchet MS"/>
              </a:rPr>
              <a:t>06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3024" y="2090330"/>
            <a:ext cx="1200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solidFill>
                  <a:srgbClr val="241160"/>
                </a:solidFill>
                <a:latin typeface="Tahoma"/>
                <a:cs typeface="Tahoma"/>
              </a:rPr>
              <a:t>Introduction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79025" y="2090330"/>
            <a:ext cx="11106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241160"/>
                </a:solidFill>
                <a:latin typeface="Tahoma"/>
                <a:cs typeface="Tahoma"/>
              </a:rPr>
              <a:t>Pain</a:t>
            </a:r>
            <a:r>
              <a:rPr dirty="0" sz="1800" spc="-14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41160"/>
                </a:solidFill>
                <a:latin typeface="Tahoma"/>
                <a:cs typeface="Tahoma"/>
              </a:rPr>
              <a:t>Points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5025" y="2090330"/>
            <a:ext cx="1788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241160"/>
                </a:solidFill>
                <a:latin typeface="Tahoma"/>
                <a:cs typeface="Tahoma"/>
              </a:rPr>
              <a:t>Proposed</a:t>
            </a:r>
            <a:r>
              <a:rPr dirty="0" sz="1800" spc="-114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41160"/>
                </a:solidFill>
                <a:latin typeface="Tahoma"/>
                <a:cs typeface="Tahoma"/>
              </a:rPr>
              <a:t>Solution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3024" y="3608780"/>
            <a:ext cx="1655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241160"/>
                </a:solidFill>
                <a:latin typeface="Tahoma"/>
                <a:cs typeface="Tahoma"/>
              </a:rPr>
              <a:t>Market</a:t>
            </a:r>
            <a:r>
              <a:rPr dirty="0" sz="1800" spc="-114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800" spc="-15">
                <a:solidFill>
                  <a:srgbClr val="241160"/>
                </a:solidFill>
                <a:latin typeface="Tahoma"/>
                <a:cs typeface="Tahoma"/>
              </a:rPr>
              <a:t>Research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79025" y="3608780"/>
            <a:ext cx="1251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241160"/>
                </a:solidFill>
                <a:latin typeface="Tahoma"/>
                <a:cs typeface="Tahoma"/>
              </a:rPr>
              <a:t>Target</a:t>
            </a:r>
            <a:r>
              <a:rPr dirty="0" sz="1800" spc="-12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41160"/>
                </a:solidFill>
                <a:latin typeface="Tahoma"/>
                <a:cs typeface="Tahoma"/>
              </a:rPr>
              <a:t>Users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5025" y="3608780"/>
            <a:ext cx="2517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solidFill>
                  <a:srgbClr val="241160"/>
                </a:solidFill>
                <a:latin typeface="Tahoma"/>
                <a:cs typeface="Tahoma"/>
              </a:rPr>
              <a:t>Conclusion</a:t>
            </a:r>
            <a:r>
              <a:rPr dirty="0" sz="1800" spc="-13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41160"/>
                </a:solidFill>
                <a:latin typeface="Tahoma"/>
                <a:cs typeface="Tahoma"/>
              </a:rPr>
              <a:t>&amp;</a:t>
            </a:r>
            <a:r>
              <a:rPr dirty="0" sz="1800" spc="-13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241160"/>
                </a:solidFill>
                <a:latin typeface="Tahoma"/>
                <a:cs typeface="Tahoma"/>
              </a:rPr>
              <a:t>Future</a:t>
            </a:r>
            <a:r>
              <a:rPr dirty="0" sz="1800" spc="-12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41160"/>
                </a:solidFill>
                <a:latin typeface="Tahoma"/>
                <a:cs typeface="Tahoma"/>
              </a:rPr>
              <a:t>Work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02648"/>
            <a:ext cx="4099776" cy="29408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4924" y="0"/>
            <a:ext cx="2379076" cy="323733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07485" y="4073972"/>
            <a:ext cx="2437130" cy="1069975"/>
          </a:xfrm>
          <a:custGeom>
            <a:avLst/>
            <a:gdLst/>
            <a:ahLst/>
            <a:cxnLst/>
            <a:rect l="l" t="t" r="r" b="b"/>
            <a:pathLst>
              <a:path w="2437129" h="1069975">
                <a:moveTo>
                  <a:pt x="1417245" y="453924"/>
                </a:moveTo>
                <a:lnTo>
                  <a:pt x="1409440" y="453924"/>
                </a:lnTo>
                <a:lnTo>
                  <a:pt x="1784065" y="35774"/>
                </a:lnTo>
                <a:lnTo>
                  <a:pt x="1780623" y="29580"/>
                </a:lnTo>
                <a:lnTo>
                  <a:pt x="1779290" y="22724"/>
                </a:lnTo>
                <a:lnTo>
                  <a:pt x="1780170" y="15757"/>
                </a:lnTo>
                <a:lnTo>
                  <a:pt x="1783365" y="9224"/>
                </a:lnTo>
                <a:lnTo>
                  <a:pt x="1787665" y="3199"/>
                </a:lnTo>
                <a:lnTo>
                  <a:pt x="1794490" y="0"/>
                </a:lnTo>
                <a:lnTo>
                  <a:pt x="1805840" y="0"/>
                </a:lnTo>
                <a:lnTo>
                  <a:pt x="1810340" y="1324"/>
                </a:lnTo>
                <a:lnTo>
                  <a:pt x="1819065" y="7574"/>
                </a:lnTo>
                <a:lnTo>
                  <a:pt x="1822240" y="12699"/>
                </a:lnTo>
                <a:lnTo>
                  <a:pt x="1823190" y="18524"/>
                </a:lnTo>
                <a:lnTo>
                  <a:pt x="1823923" y="22724"/>
                </a:lnTo>
                <a:lnTo>
                  <a:pt x="1823340" y="27149"/>
                </a:lnTo>
                <a:lnTo>
                  <a:pt x="1821590" y="31074"/>
                </a:lnTo>
                <a:lnTo>
                  <a:pt x="1828345" y="36024"/>
                </a:lnTo>
                <a:lnTo>
                  <a:pt x="1818415" y="36024"/>
                </a:lnTo>
                <a:lnTo>
                  <a:pt x="1815278" y="39899"/>
                </a:lnTo>
                <a:lnTo>
                  <a:pt x="1788190" y="39899"/>
                </a:lnTo>
                <a:lnTo>
                  <a:pt x="1417245" y="453924"/>
                </a:lnTo>
                <a:close/>
              </a:path>
              <a:path w="2437129" h="1069975">
                <a:moveTo>
                  <a:pt x="2436514" y="488950"/>
                </a:moveTo>
                <a:lnTo>
                  <a:pt x="1818415" y="36024"/>
                </a:lnTo>
                <a:lnTo>
                  <a:pt x="1828345" y="36024"/>
                </a:lnTo>
                <a:lnTo>
                  <a:pt x="2436514" y="481696"/>
                </a:lnTo>
                <a:lnTo>
                  <a:pt x="2436514" y="488950"/>
                </a:lnTo>
                <a:close/>
              </a:path>
              <a:path w="2437129" h="1069975">
                <a:moveTo>
                  <a:pt x="1803715" y="44149"/>
                </a:moveTo>
                <a:lnTo>
                  <a:pt x="1796401" y="44149"/>
                </a:lnTo>
                <a:lnTo>
                  <a:pt x="1792240" y="42824"/>
                </a:lnTo>
                <a:lnTo>
                  <a:pt x="1788365" y="40049"/>
                </a:lnTo>
                <a:lnTo>
                  <a:pt x="1788190" y="39899"/>
                </a:lnTo>
                <a:lnTo>
                  <a:pt x="1815278" y="39899"/>
                </a:lnTo>
                <a:lnTo>
                  <a:pt x="1815015" y="40224"/>
                </a:lnTo>
                <a:lnTo>
                  <a:pt x="1810340" y="43074"/>
                </a:lnTo>
                <a:lnTo>
                  <a:pt x="1803715" y="44149"/>
                </a:lnTo>
                <a:close/>
              </a:path>
              <a:path w="2437129" h="1069975">
                <a:moveTo>
                  <a:pt x="1216529" y="180488"/>
                </a:moveTo>
                <a:lnTo>
                  <a:pt x="1210249" y="180488"/>
                </a:lnTo>
                <a:lnTo>
                  <a:pt x="1205795" y="179174"/>
                </a:lnTo>
                <a:lnTo>
                  <a:pt x="1201990" y="176449"/>
                </a:lnTo>
                <a:lnTo>
                  <a:pt x="1196190" y="170199"/>
                </a:lnTo>
                <a:lnTo>
                  <a:pt x="1195983" y="169924"/>
                </a:lnTo>
                <a:lnTo>
                  <a:pt x="1193059" y="162049"/>
                </a:lnTo>
                <a:lnTo>
                  <a:pt x="1193264" y="154828"/>
                </a:lnTo>
                <a:lnTo>
                  <a:pt x="1193299" y="153563"/>
                </a:lnTo>
                <a:lnTo>
                  <a:pt x="1196915" y="145549"/>
                </a:lnTo>
                <a:lnTo>
                  <a:pt x="1200340" y="140749"/>
                </a:lnTo>
                <a:lnTo>
                  <a:pt x="1205465" y="137549"/>
                </a:lnTo>
                <a:lnTo>
                  <a:pt x="1211265" y="136599"/>
                </a:lnTo>
                <a:lnTo>
                  <a:pt x="1212865" y="136299"/>
                </a:lnTo>
                <a:lnTo>
                  <a:pt x="1219490" y="136299"/>
                </a:lnTo>
                <a:lnTo>
                  <a:pt x="1223940" y="137699"/>
                </a:lnTo>
                <a:lnTo>
                  <a:pt x="1227740" y="140449"/>
                </a:lnTo>
                <a:lnTo>
                  <a:pt x="1233715" y="146880"/>
                </a:lnTo>
                <a:lnTo>
                  <a:pt x="1236671" y="154828"/>
                </a:lnTo>
                <a:lnTo>
                  <a:pt x="1236466" y="162049"/>
                </a:lnTo>
                <a:lnTo>
                  <a:pt x="1236431" y="163305"/>
                </a:lnTo>
                <a:lnTo>
                  <a:pt x="1225290" y="177824"/>
                </a:lnTo>
                <a:lnTo>
                  <a:pt x="1226515" y="179949"/>
                </a:lnTo>
                <a:lnTo>
                  <a:pt x="1219765" y="179949"/>
                </a:lnTo>
                <a:lnTo>
                  <a:pt x="1218115" y="180324"/>
                </a:lnTo>
                <a:lnTo>
                  <a:pt x="1216529" y="180488"/>
                </a:lnTo>
                <a:close/>
              </a:path>
              <a:path w="2437129" h="1069975">
                <a:moveTo>
                  <a:pt x="814340" y="214124"/>
                </a:moveTo>
                <a:lnTo>
                  <a:pt x="808090" y="214124"/>
                </a:lnTo>
                <a:lnTo>
                  <a:pt x="803640" y="212824"/>
                </a:lnTo>
                <a:lnTo>
                  <a:pt x="799790" y="210049"/>
                </a:lnTo>
                <a:lnTo>
                  <a:pt x="793818" y="203629"/>
                </a:lnTo>
                <a:lnTo>
                  <a:pt x="790865" y="195681"/>
                </a:lnTo>
                <a:lnTo>
                  <a:pt x="791065" y="188449"/>
                </a:lnTo>
                <a:lnTo>
                  <a:pt x="810976" y="169924"/>
                </a:lnTo>
                <a:lnTo>
                  <a:pt x="817290" y="169924"/>
                </a:lnTo>
                <a:lnTo>
                  <a:pt x="821366" y="171199"/>
                </a:lnTo>
                <a:lnTo>
                  <a:pt x="821591" y="171199"/>
                </a:lnTo>
                <a:lnTo>
                  <a:pt x="825565" y="174049"/>
                </a:lnTo>
                <a:lnTo>
                  <a:pt x="831523" y="180488"/>
                </a:lnTo>
                <a:lnTo>
                  <a:pt x="834468" y="188449"/>
                </a:lnTo>
                <a:lnTo>
                  <a:pt x="834266" y="195681"/>
                </a:lnTo>
                <a:lnTo>
                  <a:pt x="834231" y="196936"/>
                </a:lnTo>
                <a:lnTo>
                  <a:pt x="830640" y="204949"/>
                </a:lnTo>
                <a:lnTo>
                  <a:pt x="828665" y="207699"/>
                </a:lnTo>
                <a:lnTo>
                  <a:pt x="826165" y="209774"/>
                </a:lnTo>
                <a:lnTo>
                  <a:pt x="823390" y="211324"/>
                </a:lnTo>
                <a:lnTo>
                  <a:pt x="824027" y="213474"/>
                </a:lnTo>
                <a:lnTo>
                  <a:pt x="817940" y="213474"/>
                </a:lnTo>
                <a:lnTo>
                  <a:pt x="816165" y="213899"/>
                </a:lnTo>
                <a:lnTo>
                  <a:pt x="814340" y="214124"/>
                </a:lnTo>
                <a:close/>
              </a:path>
              <a:path w="2437129" h="1069975">
                <a:moveTo>
                  <a:pt x="1540179" y="1069527"/>
                </a:moveTo>
                <a:lnTo>
                  <a:pt x="1534261" y="1069527"/>
                </a:lnTo>
                <a:lnTo>
                  <a:pt x="1395265" y="494374"/>
                </a:lnTo>
                <a:lnTo>
                  <a:pt x="1391465" y="493999"/>
                </a:lnTo>
                <a:lnTo>
                  <a:pt x="1387740" y="492749"/>
                </a:lnTo>
                <a:lnTo>
                  <a:pt x="1384540" y="490424"/>
                </a:lnTo>
                <a:lnTo>
                  <a:pt x="1378554" y="483990"/>
                </a:lnTo>
                <a:lnTo>
                  <a:pt x="1375596" y="476034"/>
                </a:lnTo>
                <a:lnTo>
                  <a:pt x="1375709" y="472024"/>
                </a:lnTo>
                <a:lnTo>
                  <a:pt x="1375835" y="467548"/>
                </a:lnTo>
                <a:lnTo>
                  <a:pt x="1379440" y="459524"/>
                </a:lnTo>
                <a:lnTo>
                  <a:pt x="1379740" y="459124"/>
                </a:lnTo>
                <a:lnTo>
                  <a:pt x="1380115" y="458849"/>
                </a:lnTo>
                <a:lnTo>
                  <a:pt x="1380390" y="458524"/>
                </a:lnTo>
                <a:lnTo>
                  <a:pt x="1219765" y="179949"/>
                </a:lnTo>
                <a:lnTo>
                  <a:pt x="1226515" y="179949"/>
                </a:lnTo>
                <a:lnTo>
                  <a:pt x="1384765" y="454399"/>
                </a:lnTo>
                <a:lnTo>
                  <a:pt x="1416819" y="454399"/>
                </a:lnTo>
                <a:lnTo>
                  <a:pt x="1413840" y="457724"/>
                </a:lnTo>
                <a:lnTo>
                  <a:pt x="1419140" y="463649"/>
                </a:lnTo>
                <a:lnTo>
                  <a:pt x="1420715" y="472024"/>
                </a:lnTo>
                <a:lnTo>
                  <a:pt x="1418190" y="479449"/>
                </a:lnTo>
                <a:lnTo>
                  <a:pt x="1438111" y="484899"/>
                </a:lnTo>
                <a:lnTo>
                  <a:pt x="1415565" y="484899"/>
                </a:lnTo>
                <a:lnTo>
                  <a:pt x="1415315" y="485299"/>
                </a:lnTo>
                <a:lnTo>
                  <a:pt x="1411915" y="490074"/>
                </a:lnTo>
                <a:lnTo>
                  <a:pt x="1406865" y="493199"/>
                </a:lnTo>
                <a:lnTo>
                  <a:pt x="1401140" y="494199"/>
                </a:lnTo>
                <a:lnTo>
                  <a:pt x="1540179" y="1069527"/>
                </a:lnTo>
                <a:close/>
              </a:path>
              <a:path w="2437129" h="1069975">
                <a:moveTo>
                  <a:pt x="2391315" y="250499"/>
                </a:moveTo>
                <a:lnTo>
                  <a:pt x="2383978" y="250499"/>
                </a:lnTo>
                <a:lnTo>
                  <a:pt x="2379840" y="249174"/>
                </a:lnTo>
                <a:lnTo>
                  <a:pt x="2376040" y="246474"/>
                </a:lnTo>
                <a:lnTo>
                  <a:pt x="2370069" y="240037"/>
                </a:lnTo>
                <a:lnTo>
                  <a:pt x="2367192" y="232277"/>
                </a:lnTo>
                <a:lnTo>
                  <a:pt x="2367280" y="226410"/>
                </a:lnTo>
                <a:lnTo>
                  <a:pt x="2367360" y="223598"/>
                </a:lnTo>
                <a:lnTo>
                  <a:pt x="2370965" y="215599"/>
                </a:lnTo>
                <a:lnTo>
                  <a:pt x="2375265" y="209574"/>
                </a:lnTo>
                <a:lnTo>
                  <a:pt x="2382090" y="206374"/>
                </a:lnTo>
                <a:lnTo>
                  <a:pt x="2393440" y="206374"/>
                </a:lnTo>
                <a:lnTo>
                  <a:pt x="2410765" y="224849"/>
                </a:lnTo>
                <a:lnTo>
                  <a:pt x="2436514" y="226410"/>
                </a:lnTo>
                <a:lnTo>
                  <a:pt x="2436514" y="230724"/>
                </a:lnTo>
                <a:lnTo>
                  <a:pt x="2410915" y="230724"/>
                </a:lnTo>
                <a:lnTo>
                  <a:pt x="2410540" y="234524"/>
                </a:lnTo>
                <a:lnTo>
                  <a:pt x="2409215" y="238199"/>
                </a:lnTo>
                <a:lnTo>
                  <a:pt x="2405440" y="243474"/>
                </a:lnTo>
                <a:lnTo>
                  <a:pt x="2403540" y="245224"/>
                </a:lnTo>
                <a:lnTo>
                  <a:pt x="2401465" y="246649"/>
                </a:lnTo>
                <a:lnTo>
                  <a:pt x="2403253" y="249174"/>
                </a:lnTo>
                <a:lnTo>
                  <a:pt x="2403359" y="249324"/>
                </a:lnTo>
                <a:lnTo>
                  <a:pt x="2396190" y="249324"/>
                </a:lnTo>
                <a:lnTo>
                  <a:pt x="2395015" y="249724"/>
                </a:lnTo>
                <a:lnTo>
                  <a:pt x="2393815" y="250099"/>
                </a:lnTo>
                <a:lnTo>
                  <a:pt x="2391315" y="250499"/>
                </a:lnTo>
                <a:close/>
              </a:path>
              <a:path w="2437129" h="1069975">
                <a:moveTo>
                  <a:pt x="958140" y="686599"/>
                </a:moveTo>
                <a:lnTo>
                  <a:pt x="948015" y="686599"/>
                </a:lnTo>
                <a:lnTo>
                  <a:pt x="943515" y="685274"/>
                </a:lnTo>
                <a:lnTo>
                  <a:pt x="939640" y="682474"/>
                </a:lnTo>
                <a:lnTo>
                  <a:pt x="933668" y="676051"/>
                </a:lnTo>
                <a:lnTo>
                  <a:pt x="930715" y="668096"/>
                </a:lnTo>
                <a:lnTo>
                  <a:pt x="930942" y="659893"/>
                </a:lnTo>
                <a:lnTo>
                  <a:pt x="930949" y="659612"/>
                </a:lnTo>
                <a:lnTo>
                  <a:pt x="934540" y="651599"/>
                </a:lnTo>
                <a:lnTo>
                  <a:pt x="937340" y="647749"/>
                </a:lnTo>
                <a:lnTo>
                  <a:pt x="941165" y="645174"/>
                </a:lnTo>
                <a:lnTo>
                  <a:pt x="945461" y="643699"/>
                </a:lnTo>
                <a:lnTo>
                  <a:pt x="945300" y="643699"/>
                </a:lnTo>
                <a:lnTo>
                  <a:pt x="818133" y="214124"/>
                </a:lnTo>
                <a:lnTo>
                  <a:pt x="818066" y="213899"/>
                </a:lnTo>
                <a:lnTo>
                  <a:pt x="817940" y="213474"/>
                </a:lnTo>
                <a:lnTo>
                  <a:pt x="824027" y="213474"/>
                </a:lnTo>
                <a:lnTo>
                  <a:pt x="950996" y="642374"/>
                </a:lnTo>
                <a:lnTo>
                  <a:pt x="957015" y="642374"/>
                </a:lnTo>
                <a:lnTo>
                  <a:pt x="974202" y="668096"/>
                </a:lnTo>
                <a:lnTo>
                  <a:pt x="971565" y="675549"/>
                </a:lnTo>
                <a:lnTo>
                  <a:pt x="976414" y="680249"/>
                </a:lnTo>
                <a:lnTo>
                  <a:pt x="968015" y="680249"/>
                </a:lnTo>
                <a:lnTo>
                  <a:pt x="963790" y="684399"/>
                </a:lnTo>
                <a:lnTo>
                  <a:pt x="958140" y="686599"/>
                </a:lnTo>
                <a:close/>
              </a:path>
              <a:path w="2437129" h="1069975">
                <a:moveTo>
                  <a:pt x="2436514" y="232277"/>
                </a:moveTo>
                <a:lnTo>
                  <a:pt x="2410915" y="230724"/>
                </a:lnTo>
                <a:lnTo>
                  <a:pt x="2436514" y="230724"/>
                </a:lnTo>
                <a:lnTo>
                  <a:pt x="2436514" y="232277"/>
                </a:lnTo>
                <a:close/>
              </a:path>
              <a:path w="2437129" h="1069975">
                <a:moveTo>
                  <a:pt x="2436514" y="306287"/>
                </a:moveTo>
                <a:lnTo>
                  <a:pt x="2396190" y="249324"/>
                </a:lnTo>
                <a:lnTo>
                  <a:pt x="2403359" y="249324"/>
                </a:lnTo>
                <a:lnTo>
                  <a:pt x="2436514" y="296150"/>
                </a:lnTo>
                <a:lnTo>
                  <a:pt x="2436514" y="306287"/>
                </a:lnTo>
                <a:close/>
              </a:path>
              <a:path w="2437129" h="1069975">
                <a:moveTo>
                  <a:pt x="1416819" y="454399"/>
                </a:moveTo>
                <a:lnTo>
                  <a:pt x="1384765" y="454399"/>
                </a:lnTo>
                <a:lnTo>
                  <a:pt x="1388490" y="451774"/>
                </a:lnTo>
                <a:lnTo>
                  <a:pt x="1392865" y="450274"/>
                </a:lnTo>
                <a:lnTo>
                  <a:pt x="1401540" y="450274"/>
                </a:lnTo>
                <a:lnTo>
                  <a:pt x="1405740" y="451474"/>
                </a:lnTo>
                <a:lnTo>
                  <a:pt x="1409440" y="453924"/>
                </a:lnTo>
                <a:lnTo>
                  <a:pt x="1417245" y="453924"/>
                </a:lnTo>
                <a:lnTo>
                  <a:pt x="1416819" y="454399"/>
                </a:lnTo>
                <a:close/>
              </a:path>
              <a:path w="2437129" h="1069975">
                <a:moveTo>
                  <a:pt x="1931447" y="1069527"/>
                </a:moveTo>
                <a:lnTo>
                  <a:pt x="1920132" y="1069527"/>
                </a:lnTo>
                <a:lnTo>
                  <a:pt x="2411615" y="769149"/>
                </a:lnTo>
                <a:lnTo>
                  <a:pt x="2411365" y="768224"/>
                </a:lnTo>
                <a:lnTo>
                  <a:pt x="2411065" y="767349"/>
                </a:lnTo>
                <a:lnTo>
                  <a:pt x="2410390" y="763349"/>
                </a:lnTo>
                <a:lnTo>
                  <a:pt x="2410590" y="760274"/>
                </a:lnTo>
                <a:lnTo>
                  <a:pt x="2411340" y="757324"/>
                </a:lnTo>
                <a:lnTo>
                  <a:pt x="1415565" y="484899"/>
                </a:lnTo>
                <a:lnTo>
                  <a:pt x="1438111" y="484899"/>
                </a:lnTo>
                <a:lnTo>
                  <a:pt x="2413615" y="751774"/>
                </a:lnTo>
                <a:lnTo>
                  <a:pt x="2436514" y="751774"/>
                </a:lnTo>
                <a:lnTo>
                  <a:pt x="2436514" y="774574"/>
                </a:lnTo>
                <a:lnTo>
                  <a:pt x="2414015" y="774574"/>
                </a:lnTo>
                <a:lnTo>
                  <a:pt x="1931447" y="1069527"/>
                </a:lnTo>
                <a:close/>
              </a:path>
              <a:path w="2437129" h="1069975">
                <a:moveTo>
                  <a:pt x="1378005" y="1069527"/>
                </a:moveTo>
                <a:lnTo>
                  <a:pt x="1369650" y="1069527"/>
                </a:lnTo>
                <a:lnTo>
                  <a:pt x="968015" y="680249"/>
                </a:lnTo>
                <a:lnTo>
                  <a:pt x="976414" y="680249"/>
                </a:lnTo>
                <a:lnTo>
                  <a:pt x="1378005" y="1069527"/>
                </a:lnTo>
                <a:close/>
              </a:path>
              <a:path w="2437129" h="1069975">
                <a:moveTo>
                  <a:pt x="2436514" y="751774"/>
                </a:moveTo>
                <a:lnTo>
                  <a:pt x="2413615" y="751774"/>
                </a:lnTo>
                <a:lnTo>
                  <a:pt x="2413990" y="751099"/>
                </a:lnTo>
                <a:lnTo>
                  <a:pt x="2414290" y="750424"/>
                </a:lnTo>
                <a:lnTo>
                  <a:pt x="2414715" y="749774"/>
                </a:lnTo>
                <a:lnTo>
                  <a:pt x="2419065" y="743774"/>
                </a:lnTo>
                <a:lnTo>
                  <a:pt x="2425865" y="740549"/>
                </a:lnTo>
                <a:lnTo>
                  <a:pt x="2436514" y="740549"/>
                </a:lnTo>
                <a:lnTo>
                  <a:pt x="2436514" y="751774"/>
                </a:lnTo>
                <a:close/>
              </a:path>
              <a:path w="2437129" h="1069975">
                <a:moveTo>
                  <a:pt x="2420002" y="1069527"/>
                </a:moveTo>
                <a:lnTo>
                  <a:pt x="2414110" y="1069527"/>
                </a:lnTo>
                <a:lnTo>
                  <a:pt x="2428083" y="784594"/>
                </a:lnTo>
                <a:lnTo>
                  <a:pt x="2428090" y="784449"/>
                </a:lnTo>
                <a:lnTo>
                  <a:pt x="2425165" y="783799"/>
                </a:lnTo>
                <a:lnTo>
                  <a:pt x="2422340" y="782599"/>
                </a:lnTo>
                <a:lnTo>
                  <a:pt x="2419865" y="780774"/>
                </a:lnTo>
                <a:lnTo>
                  <a:pt x="2417490" y="779099"/>
                </a:lnTo>
                <a:lnTo>
                  <a:pt x="2415490" y="776974"/>
                </a:lnTo>
                <a:lnTo>
                  <a:pt x="2414015" y="774574"/>
                </a:lnTo>
                <a:lnTo>
                  <a:pt x="2436514" y="774574"/>
                </a:lnTo>
                <a:lnTo>
                  <a:pt x="2436514" y="784594"/>
                </a:lnTo>
                <a:lnTo>
                  <a:pt x="2433975" y="784594"/>
                </a:lnTo>
                <a:lnTo>
                  <a:pt x="2420002" y="1069527"/>
                </a:lnTo>
                <a:close/>
              </a:path>
              <a:path w="2437129" h="1069975">
                <a:moveTo>
                  <a:pt x="639140" y="1065499"/>
                </a:moveTo>
                <a:lnTo>
                  <a:pt x="627765" y="1065499"/>
                </a:lnTo>
                <a:lnTo>
                  <a:pt x="623265" y="1064149"/>
                </a:lnTo>
                <a:lnTo>
                  <a:pt x="614565" y="1057899"/>
                </a:lnTo>
                <a:lnTo>
                  <a:pt x="611365" y="1052799"/>
                </a:lnTo>
                <a:lnTo>
                  <a:pt x="609440" y="1041099"/>
                </a:lnTo>
                <a:lnTo>
                  <a:pt x="610815" y="1035274"/>
                </a:lnTo>
                <a:lnTo>
                  <a:pt x="614265" y="1030474"/>
                </a:lnTo>
                <a:lnTo>
                  <a:pt x="617690" y="1025649"/>
                </a:lnTo>
                <a:lnTo>
                  <a:pt x="622815" y="1022474"/>
                </a:lnTo>
                <a:lnTo>
                  <a:pt x="630411" y="1021199"/>
                </a:lnTo>
                <a:lnTo>
                  <a:pt x="636890" y="1021199"/>
                </a:lnTo>
                <a:lnTo>
                  <a:pt x="640920" y="1022474"/>
                </a:lnTo>
                <a:lnTo>
                  <a:pt x="641140" y="1022474"/>
                </a:lnTo>
                <a:lnTo>
                  <a:pt x="652015" y="1030274"/>
                </a:lnTo>
                <a:lnTo>
                  <a:pt x="655115" y="1038499"/>
                </a:lnTo>
                <a:lnTo>
                  <a:pt x="654065" y="1046324"/>
                </a:lnTo>
                <a:lnTo>
                  <a:pt x="672625" y="1052024"/>
                </a:lnTo>
                <a:lnTo>
                  <a:pt x="652590" y="1052024"/>
                </a:lnTo>
                <a:lnTo>
                  <a:pt x="651990" y="1053499"/>
                </a:lnTo>
                <a:lnTo>
                  <a:pt x="651215" y="1054924"/>
                </a:lnTo>
                <a:lnTo>
                  <a:pt x="645940" y="1062299"/>
                </a:lnTo>
                <a:lnTo>
                  <a:pt x="639140" y="1065499"/>
                </a:lnTo>
                <a:close/>
              </a:path>
              <a:path w="2437129" h="1069975">
                <a:moveTo>
                  <a:pt x="729616" y="1069527"/>
                </a:moveTo>
                <a:lnTo>
                  <a:pt x="709580" y="1069527"/>
                </a:lnTo>
                <a:lnTo>
                  <a:pt x="652590" y="1052024"/>
                </a:lnTo>
                <a:lnTo>
                  <a:pt x="672625" y="1052024"/>
                </a:lnTo>
                <a:lnTo>
                  <a:pt x="729616" y="1069527"/>
                </a:lnTo>
                <a:close/>
              </a:path>
              <a:path w="2437129" h="1069975">
                <a:moveTo>
                  <a:pt x="23915" y="839099"/>
                </a:moveTo>
                <a:lnTo>
                  <a:pt x="16899" y="839099"/>
                </a:lnTo>
                <a:lnTo>
                  <a:pt x="12715" y="837799"/>
                </a:lnTo>
                <a:lnTo>
                  <a:pt x="8940" y="835049"/>
                </a:lnTo>
                <a:lnTo>
                  <a:pt x="2957" y="828636"/>
                </a:lnTo>
                <a:lnTo>
                  <a:pt x="0" y="820681"/>
                </a:lnTo>
                <a:lnTo>
                  <a:pt x="191" y="813474"/>
                </a:lnTo>
                <a:lnTo>
                  <a:pt x="225" y="812191"/>
                </a:lnTo>
                <a:lnTo>
                  <a:pt x="3790" y="804174"/>
                </a:lnTo>
                <a:lnTo>
                  <a:pt x="8115" y="798149"/>
                </a:lnTo>
                <a:lnTo>
                  <a:pt x="14940" y="794949"/>
                </a:lnTo>
                <a:lnTo>
                  <a:pt x="26290" y="794949"/>
                </a:lnTo>
                <a:lnTo>
                  <a:pt x="30765" y="796274"/>
                </a:lnTo>
                <a:lnTo>
                  <a:pt x="39490" y="802549"/>
                </a:lnTo>
                <a:lnTo>
                  <a:pt x="42665" y="807649"/>
                </a:lnTo>
                <a:lnTo>
                  <a:pt x="43615" y="813474"/>
                </a:lnTo>
                <a:lnTo>
                  <a:pt x="44615" y="819324"/>
                </a:lnTo>
                <a:lnTo>
                  <a:pt x="43215" y="825174"/>
                </a:lnTo>
                <a:lnTo>
                  <a:pt x="37440" y="833274"/>
                </a:lnTo>
                <a:lnTo>
                  <a:pt x="34265" y="835724"/>
                </a:lnTo>
                <a:lnTo>
                  <a:pt x="30665" y="837299"/>
                </a:lnTo>
                <a:lnTo>
                  <a:pt x="31059" y="838924"/>
                </a:lnTo>
                <a:lnTo>
                  <a:pt x="25040" y="838924"/>
                </a:lnTo>
                <a:lnTo>
                  <a:pt x="23915" y="839099"/>
                </a:lnTo>
                <a:close/>
              </a:path>
              <a:path w="2437129" h="1069975">
                <a:moveTo>
                  <a:pt x="86986" y="1069527"/>
                </a:moveTo>
                <a:lnTo>
                  <a:pt x="80957" y="1069527"/>
                </a:lnTo>
                <a:lnTo>
                  <a:pt x="25083" y="839099"/>
                </a:lnTo>
                <a:lnTo>
                  <a:pt x="25040" y="838924"/>
                </a:lnTo>
                <a:lnTo>
                  <a:pt x="31059" y="838924"/>
                </a:lnTo>
                <a:lnTo>
                  <a:pt x="86986" y="1069527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60950" y="3811697"/>
            <a:ext cx="283210" cy="48895"/>
          </a:xfrm>
          <a:custGeom>
            <a:avLst/>
            <a:gdLst/>
            <a:ahLst/>
            <a:cxnLst/>
            <a:rect l="l" t="t" r="r" b="b"/>
            <a:pathLst>
              <a:path w="283209" h="48895">
                <a:moveTo>
                  <a:pt x="283049" y="48767"/>
                </a:moveTo>
                <a:lnTo>
                  <a:pt x="44349" y="26699"/>
                </a:lnTo>
                <a:lnTo>
                  <a:pt x="43749" y="29624"/>
                </a:lnTo>
                <a:lnTo>
                  <a:pt x="42524" y="32474"/>
                </a:lnTo>
                <a:lnTo>
                  <a:pt x="23874" y="44324"/>
                </a:lnTo>
                <a:lnTo>
                  <a:pt x="18074" y="44324"/>
                </a:lnTo>
                <a:lnTo>
                  <a:pt x="974" y="25724"/>
                </a:lnTo>
                <a:lnTo>
                  <a:pt x="0" y="19874"/>
                </a:lnTo>
                <a:lnTo>
                  <a:pt x="1374" y="14049"/>
                </a:lnTo>
                <a:lnTo>
                  <a:pt x="4799" y="9224"/>
                </a:lnTo>
                <a:lnTo>
                  <a:pt x="9124" y="3199"/>
                </a:lnTo>
                <a:lnTo>
                  <a:pt x="15949" y="0"/>
                </a:lnTo>
                <a:lnTo>
                  <a:pt x="27324" y="0"/>
                </a:lnTo>
                <a:lnTo>
                  <a:pt x="31774" y="1349"/>
                </a:lnTo>
                <a:lnTo>
                  <a:pt x="35699" y="4149"/>
                </a:lnTo>
                <a:lnTo>
                  <a:pt x="41349" y="8174"/>
                </a:lnTo>
                <a:lnTo>
                  <a:pt x="44374" y="14399"/>
                </a:lnTo>
                <a:lnTo>
                  <a:pt x="44774" y="20799"/>
                </a:lnTo>
                <a:lnTo>
                  <a:pt x="283049" y="42848"/>
                </a:lnTo>
                <a:lnTo>
                  <a:pt x="283049" y="48767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Introduction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9954" y="1614451"/>
            <a:ext cx="7838440" cy="2250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00000"/>
              </a:lnSpc>
              <a:spcBef>
                <a:spcPts val="100"/>
              </a:spcBef>
              <a:buFont typeface="Arial MT"/>
              <a:buChar char="■"/>
              <a:tabLst>
                <a:tab pos="379095" algn="l"/>
              </a:tabLst>
            </a:pPr>
            <a:r>
              <a:rPr dirty="0" sz="1800" spc="-40">
                <a:solidFill>
                  <a:srgbClr val="22244B"/>
                </a:solidFill>
                <a:latin typeface="Tahoma"/>
                <a:cs typeface="Tahoma"/>
              </a:rPr>
              <a:t>This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22244B"/>
                </a:solidFill>
                <a:latin typeface="Tahoma"/>
                <a:cs typeface="Tahoma"/>
              </a:rPr>
              <a:t>project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proposes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22244B"/>
                </a:solidFill>
                <a:latin typeface="Tahoma"/>
                <a:cs typeface="Tahoma"/>
              </a:rPr>
              <a:t>the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22244B"/>
                </a:solidFill>
                <a:latin typeface="Tahoma"/>
                <a:cs typeface="Tahoma"/>
              </a:rPr>
              <a:t>development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of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a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DealForge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22244B"/>
                </a:solidFill>
                <a:latin typeface="Tahoma"/>
                <a:cs typeface="Tahoma"/>
              </a:rPr>
              <a:t>designed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44B"/>
                </a:solidFill>
                <a:latin typeface="Tahoma"/>
                <a:cs typeface="Tahoma"/>
              </a:rPr>
              <a:t>to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22244B"/>
                </a:solidFill>
                <a:latin typeface="Tahoma"/>
                <a:cs typeface="Tahoma"/>
              </a:rPr>
              <a:t>help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sales teams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manage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22244B"/>
                </a:solidFill>
                <a:latin typeface="Tahoma"/>
                <a:cs typeface="Tahoma"/>
              </a:rPr>
              <a:t>leads,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customers,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22244B"/>
                </a:solidFill>
                <a:latin typeface="Tahoma"/>
                <a:cs typeface="Tahoma"/>
              </a:rPr>
              <a:t>deals,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follow-</a:t>
            </a:r>
            <a:r>
              <a:rPr dirty="0" sz="1800" spc="-25">
                <a:solidFill>
                  <a:srgbClr val="22244B"/>
                </a:solidFill>
                <a:latin typeface="Tahoma"/>
                <a:cs typeface="Tahoma"/>
              </a:rPr>
              <a:t>ups,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and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sales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22244B"/>
                </a:solidFill>
                <a:latin typeface="Tahoma"/>
                <a:cs typeface="Tahoma"/>
              </a:rPr>
              <a:t>reports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through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natural</a:t>
            </a:r>
            <a:r>
              <a:rPr dirty="0" sz="1800" spc="-13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22244B"/>
                </a:solidFill>
                <a:latin typeface="Tahoma"/>
                <a:cs typeface="Tahoma"/>
              </a:rPr>
              <a:t>language</a:t>
            </a:r>
            <a:r>
              <a:rPr dirty="0" sz="1800" spc="-13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chat</a:t>
            </a:r>
            <a:r>
              <a:rPr dirty="0" sz="1800" spc="-13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22244B"/>
                </a:solidFill>
                <a:latin typeface="Tahoma"/>
                <a:cs typeface="Tahoma"/>
              </a:rPr>
              <a:t>or</a:t>
            </a:r>
            <a:r>
              <a:rPr dirty="0" sz="1800" spc="-13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voice.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22244B"/>
              </a:buClr>
              <a:buFont typeface="Arial MT"/>
              <a:buChar char="■"/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Clr>
                <a:srgbClr val="22244B"/>
              </a:buClr>
              <a:buFont typeface="Arial MT"/>
              <a:buChar char="■"/>
            </a:pPr>
            <a:endParaRPr sz="1800">
              <a:latin typeface="Tahoma"/>
              <a:cs typeface="Tahoma"/>
            </a:endParaRPr>
          </a:p>
          <a:p>
            <a:pPr algn="just" marL="377825" marR="30480" indent="-365760">
              <a:lnSpc>
                <a:spcPct val="100000"/>
              </a:lnSpc>
              <a:spcBef>
                <a:spcPts val="5"/>
              </a:spcBef>
              <a:buFont typeface="Arial MT"/>
              <a:buChar char="■"/>
              <a:tabLst>
                <a:tab pos="379095" algn="l"/>
              </a:tabLst>
            </a:pP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Instead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5">
                <a:solidFill>
                  <a:srgbClr val="22244B"/>
                </a:solidFill>
                <a:latin typeface="Tahoma"/>
                <a:cs typeface="Tahoma"/>
              </a:rPr>
              <a:t>of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22244B"/>
                </a:solidFill>
                <a:latin typeface="Tahoma"/>
                <a:cs typeface="Tahoma"/>
              </a:rPr>
              <a:t>using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22244B"/>
                </a:solidFill>
                <a:latin typeface="Tahoma"/>
                <a:cs typeface="Tahoma"/>
              </a:rPr>
              <a:t>traditional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44B"/>
                </a:solidFill>
                <a:latin typeface="Tahoma"/>
                <a:cs typeface="Tahoma"/>
              </a:rPr>
              <a:t>CRM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22244B"/>
                </a:solidFill>
                <a:latin typeface="Tahoma"/>
                <a:cs typeface="Tahoma"/>
              </a:rPr>
              <a:t>screens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22244B"/>
                </a:solidFill>
                <a:latin typeface="Tahoma"/>
                <a:cs typeface="Tahoma"/>
              </a:rPr>
              <a:t>and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forms,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the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22244B"/>
                </a:solidFill>
                <a:latin typeface="Tahoma"/>
                <a:cs typeface="Tahoma"/>
              </a:rPr>
              <a:t>user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22244B"/>
                </a:solidFill>
                <a:latin typeface="Tahoma"/>
                <a:cs typeface="Tahoma"/>
              </a:rPr>
              <a:t>can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simply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write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	</a:t>
            </a:r>
            <a:r>
              <a:rPr dirty="0" sz="1800" spc="-25">
                <a:solidFill>
                  <a:srgbClr val="22244B"/>
                </a:solidFill>
                <a:latin typeface="Tahoma"/>
                <a:cs typeface="Tahoma"/>
              </a:rPr>
              <a:t>or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22244B"/>
                </a:solidFill>
                <a:latin typeface="Tahoma"/>
                <a:cs typeface="Tahoma"/>
              </a:rPr>
              <a:t>say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22244B"/>
                </a:solidFill>
                <a:latin typeface="Tahoma"/>
                <a:cs typeface="Tahoma"/>
              </a:rPr>
              <a:t>a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sales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update,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22244B"/>
                </a:solidFill>
                <a:latin typeface="Tahoma"/>
                <a:cs typeface="Tahoma"/>
              </a:rPr>
              <a:t>and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the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AI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22244B"/>
                </a:solidFill>
                <a:latin typeface="Tahoma"/>
                <a:cs typeface="Tahoma"/>
              </a:rPr>
              <a:t>agent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22244B"/>
                </a:solidFill>
                <a:latin typeface="Tahoma"/>
                <a:cs typeface="Tahoma"/>
              </a:rPr>
              <a:t>will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22244B"/>
                </a:solidFill>
                <a:latin typeface="Tahoma"/>
                <a:cs typeface="Tahoma"/>
              </a:rPr>
              <a:t>extract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the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22244B"/>
                </a:solidFill>
                <a:latin typeface="Tahoma"/>
                <a:cs typeface="Tahoma"/>
              </a:rPr>
              <a:t>important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information,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	</a:t>
            </a:r>
            <a:r>
              <a:rPr dirty="0" sz="1800" spc="-25">
                <a:solidFill>
                  <a:srgbClr val="22244B"/>
                </a:solidFill>
                <a:latin typeface="Tahoma"/>
                <a:cs typeface="Tahoma"/>
              </a:rPr>
              <a:t>structure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22244B"/>
                </a:solidFill>
                <a:latin typeface="Tahoma"/>
                <a:cs typeface="Tahoma"/>
              </a:rPr>
              <a:t>it,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ask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for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22244B"/>
                </a:solidFill>
                <a:latin typeface="Tahoma"/>
                <a:cs typeface="Tahoma"/>
              </a:rPr>
              <a:t>confirmation,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22244B"/>
                </a:solidFill>
                <a:latin typeface="Tahoma"/>
                <a:cs typeface="Tahoma"/>
              </a:rPr>
              <a:t>and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22244B"/>
                </a:solidFill>
                <a:latin typeface="Tahoma"/>
                <a:cs typeface="Tahoma"/>
              </a:rPr>
              <a:t>update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the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44B"/>
                </a:solidFill>
                <a:latin typeface="Tahoma"/>
                <a:cs typeface="Tahoma"/>
              </a:rPr>
              <a:t>CRM</a:t>
            </a:r>
            <a:r>
              <a:rPr dirty="0" sz="1800" spc="-1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22244B"/>
                </a:solidFill>
                <a:latin typeface="Tahoma"/>
                <a:cs typeface="Tahoma"/>
              </a:rPr>
              <a:t>database.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700" y="2881288"/>
            <a:ext cx="3350260" cy="71437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800" spc="-55">
                <a:solidFill>
                  <a:srgbClr val="241160"/>
                </a:solidFill>
                <a:latin typeface="Verdana"/>
                <a:cs typeface="Verdana"/>
              </a:rPr>
              <a:t>Incomplete</a:t>
            </a:r>
            <a:r>
              <a:rPr dirty="0" sz="1800" spc="-110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55">
                <a:solidFill>
                  <a:srgbClr val="241160"/>
                </a:solidFill>
                <a:latin typeface="Verdana"/>
                <a:cs typeface="Verdana"/>
              </a:rPr>
              <a:t>Customer</a:t>
            </a:r>
            <a:r>
              <a:rPr dirty="0" sz="1800" spc="-110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241160"/>
                </a:solidFill>
                <a:latin typeface="Verdana"/>
                <a:cs typeface="Verdana"/>
              </a:rPr>
              <a:t>Records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>
                <a:solidFill>
                  <a:srgbClr val="241160"/>
                </a:solidFill>
                <a:latin typeface="Tahoma"/>
                <a:cs typeface="Tahoma"/>
              </a:rPr>
              <a:t>Missing</a:t>
            </a:r>
            <a:r>
              <a:rPr dirty="0" sz="1200" spc="-8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important</a:t>
            </a:r>
            <a:r>
              <a:rPr dirty="0" sz="1200" spc="-8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customer</a:t>
            </a:r>
            <a:r>
              <a:rPr dirty="0" sz="1200" spc="-8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41160"/>
                </a:solidFill>
                <a:latin typeface="Tahoma"/>
                <a:cs typeface="Tahoma"/>
              </a:rPr>
              <a:t>and</a:t>
            </a:r>
            <a:r>
              <a:rPr dirty="0" sz="1200" spc="-8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deal</a:t>
            </a:r>
            <a:r>
              <a:rPr dirty="0" sz="1200" spc="-8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information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6125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 spc="-75">
                <a:solidFill>
                  <a:srgbClr val="241160"/>
                </a:solidFill>
              </a:rPr>
              <a:t>Pain</a:t>
            </a:r>
            <a:r>
              <a:rPr dirty="0" spc="-265">
                <a:solidFill>
                  <a:srgbClr val="241160"/>
                </a:solidFill>
              </a:rPr>
              <a:t> </a:t>
            </a:r>
            <a:r>
              <a:rPr dirty="0" spc="-10">
                <a:solidFill>
                  <a:srgbClr val="241160"/>
                </a:solidFill>
              </a:rPr>
              <a:t>Points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8699" y="1351529"/>
            <a:ext cx="2885440" cy="89535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800" spc="-35">
                <a:solidFill>
                  <a:srgbClr val="241160"/>
                </a:solidFill>
                <a:latin typeface="Verdana"/>
                <a:cs typeface="Verdana"/>
              </a:rPr>
              <a:t>Manual</a:t>
            </a:r>
            <a:r>
              <a:rPr dirty="0" sz="1800" spc="-135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70">
                <a:solidFill>
                  <a:srgbClr val="241160"/>
                </a:solidFill>
                <a:latin typeface="Verdana"/>
                <a:cs typeface="Verdana"/>
              </a:rPr>
              <a:t>Data</a:t>
            </a:r>
            <a:r>
              <a:rPr dirty="0" sz="1800" spc="-135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241160"/>
                </a:solidFill>
                <a:latin typeface="Verdana"/>
                <a:cs typeface="Verdana"/>
              </a:rPr>
              <a:t>Entry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ts val="1430"/>
              </a:lnSpc>
              <a:spcBef>
                <a:spcPts val="785"/>
              </a:spcBef>
            </a:pPr>
            <a:r>
              <a:rPr dirty="0" sz="1200" spc="-70">
                <a:solidFill>
                  <a:srgbClr val="241160"/>
                </a:solidFill>
                <a:latin typeface="Tahoma"/>
                <a:cs typeface="Tahoma"/>
              </a:rPr>
              <a:t>Too</a:t>
            </a:r>
            <a:r>
              <a:rPr dirty="0" sz="1200" spc="-7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41160"/>
                </a:solidFill>
                <a:latin typeface="Tahoma"/>
                <a:cs typeface="Tahoma"/>
              </a:rPr>
              <a:t>much</a:t>
            </a:r>
            <a:r>
              <a:rPr dirty="0" sz="1200" spc="-7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time</a:t>
            </a:r>
            <a:r>
              <a:rPr dirty="0" sz="1200" spc="-7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spent</a:t>
            </a:r>
            <a:r>
              <a:rPr dirty="0" sz="1200" spc="-7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41160"/>
                </a:solidFill>
                <a:latin typeface="Tahoma"/>
                <a:cs typeface="Tahoma"/>
              </a:rPr>
              <a:t>updating</a:t>
            </a:r>
            <a:r>
              <a:rPr dirty="0" sz="1200" spc="-7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customer</a:t>
            </a:r>
            <a:r>
              <a:rPr dirty="0" sz="1200" spc="-7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and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sales</a:t>
            </a:r>
            <a:r>
              <a:rPr dirty="0" sz="1200" spc="-6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information</a:t>
            </a:r>
            <a:r>
              <a:rPr dirty="0" sz="1200" spc="-5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manually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0205" y="1351529"/>
            <a:ext cx="2461895" cy="89535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800" spc="-55">
                <a:solidFill>
                  <a:srgbClr val="241160"/>
                </a:solidFill>
                <a:latin typeface="Verdana"/>
                <a:cs typeface="Verdana"/>
              </a:rPr>
              <a:t>Delayed</a:t>
            </a:r>
            <a:r>
              <a:rPr dirty="0" sz="1800" spc="-135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241160"/>
                </a:solidFill>
                <a:latin typeface="Verdana"/>
                <a:cs typeface="Verdana"/>
              </a:rPr>
              <a:t>CRM</a:t>
            </a:r>
            <a:r>
              <a:rPr dirty="0" sz="1800" spc="-130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241160"/>
                </a:solidFill>
                <a:latin typeface="Verdana"/>
                <a:cs typeface="Verdana"/>
              </a:rPr>
              <a:t>Updates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ts val="1430"/>
              </a:lnSpc>
              <a:spcBef>
                <a:spcPts val="785"/>
              </a:spcBef>
            </a:pPr>
            <a:r>
              <a:rPr dirty="0" sz="1200">
                <a:solidFill>
                  <a:srgbClr val="241160"/>
                </a:solidFill>
                <a:latin typeface="Tahoma"/>
                <a:cs typeface="Tahoma"/>
              </a:rPr>
              <a:t>CRM</a:t>
            </a:r>
            <a:r>
              <a:rPr dirty="0" sz="1200" spc="-9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records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41160"/>
                </a:solidFill>
                <a:latin typeface="Tahoma"/>
                <a:cs typeface="Tahoma"/>
              </a:rPr>
              <a:t>are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often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41160"/>
                </a:solidFill>
                <a:latin typeface="Tahoma"/>
                <a:cs typeface="Tahoma"/>
              </a:rPr>
              <a:t>updated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late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or forgotten</a:t>
            </a:r>
            <a:r>
              <a:rPr dirty="0" sz="1200" spc="-5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entirely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2949" y="2881288"/>
            <a:ext cx="2724785" cy="89535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800" spc="-25">
                <a:solidFill>
                  <a:srgbClr val="241160"/>
                </a:solidFill>
                <a:latin typeface="Verdana"/>
                <a:cs typeface="Verdana"/>
              </a:rPr>
              <a:t>Inconsistent</a:t>
            </a:r>
            <a:r>
              <a:rPr dirty="0" sz="1800" spc="-110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20">
                <a:solidFill>
                  <a:srgbClr val="241160"/>
                </a:solidFill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ts val="1430"/>
              </a:lnSpc>
              <a:spcBef>
                <a:spcPts val="785"/>
              </a:spcBef>
            </a:pP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Different</a:t>
            </a:r>
            <a:r>
              <a:rPr dirty="0" sz="1200" spc="-5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employees</a:t>
            </a:r>
            <a:r>
              <a:rPr dirty="0" sz="1200" spc="-5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use</a:t>
            </a:r>
            <a:r>
              <a:rPr dirty="0" sz="1200" spc="-5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different</a:t>
            </a:r>
            <a:r>
              <a:rPr dirty="0" sz="1200" spc="-5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formats </a:t>
            </a:r>
            <a:r>
              <a:rPr dirty="0" sz="1200" spc="-35">
                <a:solidFill>
                  <a:srgbClr val="241160"/>
                </a:solidFill>
                <a:latin typeface="Tahoma"/>
                <a:cs typeface="Tahoma"/>
              </a:rPr>
              <a:t>and</a:t>
            </a:r>
            <a:r>
              <a:rPr dirty="0" sz="1200" spc="-8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labels</a:t>
            </a:r>
            <a:r>
              <a:rPr dirty="0" sz="1200" spc="-8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for</a:t>
            </a:r>
            <a:r>
              <a:rPr dirty="0" sz="1200" spc="-8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the</a:t>
            </a:r>
            <a:r>
              <a:rPr dirty="0" sz="1200" spc="-8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same</a:t>
            </a:r>
            <a:r>
              <a:rPr dirty="0" sz="1200" spc="-8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data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9291" y="3091122"/>
            <a:ext cx="339090" cy="339090"/>
            <a:chOff x="799291" y="3091122"/>
            <a:chExt cx="339090" cy="339090"/>
          </a:xfrm>
        </p:grpSpPr>
        <p:sp>
          <p:nvSpPr>
            <p:cNvPr id="8" name="object 8"/>
            <p:cNvSpPr/>
            <p:nvPr/>
          </p:nvSpPr>
          <p:spPr>
            <a:xfrm>
              <a:off x="799291" y="309112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302" y="338604"/>
                  </a:moveTo>
                  <a:lnTo>
                    <a:pt x="105053" y="325679"/>
                  </a:lnTo>
                  <a:lnTo>
                    <a:pt x="50044" y="288560"/>
                  </a:lnTo>
                  <a:lnTo>
                    <a:pt x="12925" y="233550"/>
                  </a:lnTo>
                  <a:lnTo>
                    <a:pt x="0" y="169302"/>
                  </a:lnTo>
                  <a:lnTo>
                    <a:pt x="3282" y="136386"/>
                  </a:lnTo>
                  <a:lnTo>
                    <a:pt x="28615" y="76021"/>
                  </a:lnTo>
                  <a:lnTo>
                    <a:pt x="76023" y="28608"/>
                  </a:lnTo>
                  <a:lnTo>
                    <a:pt x="136393" y="3280"/>
                  </a:lnTo>
                  <a:lnTo>
                    <a:pt x="169302" y="0"/>
                  </a:lnTo>
                  <a:lnTo>
                    <a:pt x="202218" y="3280"/>
                  </a:lnTo>
                  <a:lnTo>
                    <a:pt x="233557" y="12918"/>
                  </a:lnTo>
                  <a:lnTo>
                    <a:pt x="246353" y="19835"/>
                  </a:lnTo>
                  <a:lnTo>
                    <a:pt x="169302" y="19835"/>
                  </a:lnTo>
                  <a:lnTo>
                    <a:pt x="141028" y="22601"/>
                  </a:lnTo>
                  <a:lnTo>
                    <a:pt x="87642" y="44718"/>
                  </a:lnTo>
                  <a:lnTo>
                    <a:pt x="35760" y="102943"/>
                  </a:lnTo>
                  <a:lnTo>
                    <a:pt x="21601" y="146646"/>
                  </a:lnTo>
                  <a:lnTo>
                    <a:pt x="21601" y="191954"/>
                  </a:lnTo>
                  <a:lnTo>
                    <a:pt x="35760" y="235652"/>
                  </a:lnTo>
                  <a:lnTo>
                    <a:pt x="64079" y="274525"/>
                  </a:lnTo>
                  <a:lnTo>
                    <a:pt x="113550" y="307712"/>
                  </a:lnTo>
                  <a:lnTo>
                    <a:pt x="169302" y="318769"/>
                  </a:lnTo>
                  <a:lnTo>
                    <a:pt x="246340" y="318769"/>
                  </a:lnTo>
                  <a:lnTo>
                    <a:pt x="233557" y="325679"/>
                  </a:lnTo>
                  <a:lnTo>
                    <a:pt x="202218" y="335321"/>
                  </a:lnTo>
                  <a:lnTo>
                    <a:pt x="169302" y="338604"/>
                  </a:lnTo>
                  <a:close/>
                </a:path>
                <a:path w="339090" h="339089">
                  <a:moveTo>
                    <a:pt x="246340" y="318769"/>
                  </a:moveTo>
                  <a:lnTo>
                    <a:pt x="169302" y="318769"/>
                  </a:lnTo>
                  <a:lnTo>
                    <a:pt x="197573" y="316005"/>
                  </a:lnTo>
                  <a:lnTo>
                    <a:pt x="225063" y="307712"/>
                  </a:lnTo>
                  <a:lnTo>
                    <a:pt x="250982" y="293886"/>
                  </a:lnTo>
                  <a:lnTo>
                    <a:pt x="274542" y="274525"/>
                  </a:lnTo>
                  <a:lnTo>
                    <a:pt x="302863" y="235652"/>
                  </a:lnTo>
                  <a:lnTo>
                    <a:pt x="317021" y="191954"/>
                  </a:lnTo>
                  <a:lnTo>
                    <a:pt x="317013" y="146646"/>
                  </a:lnTo>
                  <a:lnTo>
                    <a:pt x="302846" y="102943"/>
                  </a:lnTo>
                  <a:lnTo>
                    <a:pt x="274542" y="64062"/>
                  </a:lnTo>
                  <a:lnTo>
                    <a:pt x="225056" y="30896"/>
                  </a:lnTo>
                  <a:lnTo>
                    <a:pt x="169302" y="19835"/>
                  </a:lnTo>
                  <a:lnTo>
                    <a:pt x="246353" y="19835"/>
                  </a:lnTo>
                  <a:lnTo>
                    <a:pt x="288560" y="50044"/>
                  </a:lnTo>
                  <a:lnTo>
                    <a:pt x="325686" y="105047"/>
                  </a:lnTo>
                  <a:lnTo>
                    <a:pt x="338604" y="169302"/>
                  </a:lnTo>
                  <a:lnTo>
                    <a:pt x="335324" y="202211"/>
                  </a:lnTo>
                  <a:lnTo>
                    <a:pt x="325686" y="233550"/>
                  </a:lnTo>
                  <a:lnTo>
                    <a:pt x="309996" y="262581"/>
                  </a:lnTo>
                  <a:lnTo>
                    <a:pt x="288560" y="288560"/>
                  </a:lnTo>
                  <a:lnTo>
                    <a:pt x="262583" y="309989"/>
                  </a:lnTo>
                  <a:lnTo>
                    <a:pt x="246340" y="318769"/>
                  </a:lnTo>
                  <a:close/>
                </a:path>
              </a:pathLst>
            </a:custGeom>
            <a:solidFill>
              <a:srgbClr val="545E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236" y="3132125"/>
              <a:ext cx="158453" cy="1776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38949" y="3329884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33481" y="59523"/>
                  </a:moveTo>
                  <a:lnTo>
                    <a:pt x="21899" y="59523"/>
                  </a:lnTo>
                  <a:lnTo>
                    <a:pt x="14294" y="56492"/>
                  </a:lnTo>
                  <a:lnTo>
                    <a:pt x="0" y="26920"/>
                  </a:lnTo>
                  <a:lnTo>
                    <a:pt x="2134" y="18363"/>
                  </a:lnTo>
                  <a:lnTo>
                    <a:pt x="6681" y="10807"/>
                  </a:lnTo>
                  <a:lnTo>
                    <a:pt x="13096" y="5015"/>
                  </a:lnTo>
                  <a:lnTo>
                    <a:pt x="20908" y="1307"/>
                  </a:lnTo>
                  <a:lnTo>
                    <a:pt x="29644" y="0"/>
                  </a:lnTo>
                  <a:lnTo>
                    <a:pt x="41232" y="2332"/>
                  </a:lnTo>
                  <a:lnTo>
                    <a:pt x="50689" y="8697"/>
                  </a:lnTo>
                  <a:lnTo>
                    <a:pt x="57069" y="18148"/>
                  </a:lnTo>
                  <a:lnTo>
                    <a:pt x="57403" y="19782"/>
                  </a:lnTo>
                  <a:lnTo>
                    <a:pt x="27138" y="19782"/>
                  </a:lnTo>
                  <a:lnTo>
                    <a:pt x="24650" y="20693"/>
                  </a:lnTo>
                  <a:lnTo>
                    <a:pt x="22617" y="22709"/>
                  </a:lnTo>
                  <a:lnTo>
                    <a:pt x="19834" y="28016"/>
                  </a:lnTo>
                  <a:lnTo>
                    <a:pt x="20473" y="33557"/>
                  </a:lnTo>
                  <a:lnTo>
                    <a:pt x="23941" y="37920"/>
                  </a:lnTo>
                  <a:lnTo>
                    <a:pt x="29644" y="39688"/>
                  </a:lnTo>
                  <a:lnTo>
                    <a:pt x="57542" y="39688"/>
                  </a:lnTo>
                  <a:lnTo>
                    <a:pt x="54390" y="46296"/>
                  </a:lnTo>
                  <a:lnTo>
                    <a:pt x="48580" y="52708"/>
                  </a:lnTo>
                  <a:lnTo>
                    <a:pt x="41016" y="57245"/>
                  </a:lnTo>
                  <a:lnTo>
                    <a:pt x="37336" y="58770"/>
                  </a:lnTo>
                  <a:lnTo>
                    <a:pt x="33481" y="59523"/>
                  </a:lnTo>
                  <a:close/>
                </a:path>
                <a:path w="59690" h="59689">
                  <a:moveTo>
                    <a:pt x="57542" y="39688"/>
                  </a:moveTo>
                  <a:lnTo>
                    <a:pt x="35146" y="39688"/>
                  </a:lnTo>
                  <a:lnTo>
                    <a:pt x="39597" y="35237"/>
                  </a:lnTo>
                  <a:lnTo>
                    <a:pt x="39597" y="23760"/>
                  </a:lnTo>
                  <a:lnTo>
                    <a:pt x="34691" y="19782"/>
                  </a:lnTo>
                  <a:lnTo>
                    <a:pt x="57403" y="19782"/>
                  </a:lnTo>
                  <a:lnTo>
                    <a:pt x="59432" y="29735"/>
                  </a:lnTo>
                  <a:lnTo>
                    <a:pt x="58201" y="37920"/>
                  </a:lnTo>
                  <a:lnTo>
                    <a:pt x="58117" y="38481"/>
                  </a:lnTo>
                  <a:lnTo>
                    <a:pt x="57542" y="39688"/>
                  </a:lnTo>
                  <a:close/>
                </a:path>
              </a:pathLst>
            </a:custGeom>
            <a:solidFill>
              <a:srgbClr val="545EE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769032" y="1456810"/>
            <a:ext cx="399415" cy="423545"/>
          </a:xfrm>
          <a:custGeom>
            <a:avLst/>
            <a:gdLst/>
            <a:ahLst/>
            <a:cxnLst/>
            <a:rect l="l" t="t" r="r" b="b"/>
            <a:pathLst>
              <a:path w="399415" h="423544">
                <a:moveTo>
                  <a:pt x="69374" y="349110"/>
                </a:moveTo>
                <a:lnTo>
                  <a:pt x="5703" y="349110"/>
                </a:lnTo>
                <a:lnTo>
                  <a:pt x="0" y="343443"/>
                </a:lnTo>
                <a:lnTo>
                  <a:pt x="0" y="279772"/>
                </a:lnTo>
                <a:lnTo>
                  <a:pt x="5703" y="274069"/>
                </a:lnTo>
                <a:lnTo>
                  <a:pt x="25013" y="274069"/>
                </a:lnTo>
                <a:lnTo>
                  <a:pt x="25013" y="75077"/>
                </a:lnTo>
                <a:lnTo>
                  <a:pt x="5703" y="75077"/>
                </a:lnTo>
                <a:lnTo>
                  <a:pt x="0" y="69374"/>
                </a:lnTo>
                <a:lnTo>
                  <a:pt x="0" y="5703"/>
                </a:lnTo>
                <a:lnTo>
                  <a:pt x="5703" y="0"/>
                </a:lnTo>
                <a:lnTo>
                  <a:pt x="69374" y="0"/>
                </a:lnTo>
                <a:lnTo>
                  <a:pt x="75077" y="5703"/>
                </a:lnTo>
                <a:lnTo>
                  <a:pt x="75077" y="25013"/>
                </a:lnTo>
                <a:lnTo>
                  <a:pt x="26168" y="25013"/>
                </a:lnTo>
                <a:lnTo>
                  <a:pt x="26168" y="50063"/>
                </a:lnTo>
                <a:lnTo>
                  <a:pt x="76196" y="50063"/>
                </a:lnTo>
                <a:lnTo>
                  <a:pt x="76196" y="68255"/>
                </a:lnTo>
                <a:lnTo>
                  <a:pt x="70529" y="73922"/>
                </a:lnTo>
                <a:lnTo>
                  <a:pt x="51182" y="73922"/>
                </a:lnTo>
                <a:lnTo>
                  <a:pt x="51182" y="272914"/>
                </a:lnTo>
                <a:lnTo>
                  <a:pt x="70529" y="272914"/>
                </a:lnTo>
                <a:lnTo>
                  <a:pt x="76196" y="278617"/>
                </a:lnTo>
                <a:lnTo>
                  <a:pt x="76196" y="296809"/>
                </a:lnTo>
                <a:lnTo>
                  <a:pt x="168738" y="296809"/>
                </a:lnTo>
                <a:lnTo>
                  <a:pt x="169909" y="297964"/>
                </a:lnTo>
                <a:lnTo>
                  <a:pt x="26168" y="297964"/>
                </a:lnTo>
                <a:lnTo>
                  <a:pt x="26168" y="322978"/>
                </a:lnTo>
                <a:lnTo>
                  <a:pt x="195271" y="322978"/>
                </a:lnTo>
                <a:lnTo>
                  <a:pt x="196405" y="324097"/>
                </a:lnTo>
                <a:lnTo>
                  <a:pt x="75077" y="324097"/>
                </a:lnTo>
                <a:lnTo>
                  <a:pt x="75077" y="343443"/>
                </a:lnTo>
                <a:lnTo>
                  <a:pt x="69374" y="349110"/>
                </a:lnTo>
                <a:close/>
              </a:path>
              <a:path w="399415" h="423544">
                <a:moveTo>
                  <a:pt x="351384" y="50063"/>
                </a:moveTo>
                <a:lnTo>
                  <a:pt x="325252" y="50063"/>
                </a:lnTo>
                <a:lnTo>
                  <a:pt x="325252" y="25013"/>
                </a:lnTo>
                <a:lnTo>
                  <a:pt x="275188" y="25013"/>
                </a:lnTo>
                <a:lnTo>
                  <a:pt x="275188" y="5703"/>
                </a:lnTo>
                <a:lnTo>
                  <a:pt x="280891" y="0"/>
                </a:lnTo>
                <a:lnTo>
                  <a:pt x="344562" y="0"/>
                </a:lnTo>
                <a:lnTo>
                  <a:pt x="351384" y="5703"/>
                </a:lnTo>
                <a:lnTo>
                  <a:pt x="351384" y="50063"/>
                </a:lnTo>
                <a:close/>
              </a:path>
              <a:path w="399415" h="423544">
                <a:moveTo>
                  <a:pt x="76196" y="50063"/>
                </a:moveTo>
                <a:lnTo>
                  <a:pt x="51182" y="50063"/>
                </a:lnTo>
                <a:lnTo>
                  <a:pt x="51182" y="25013"/>
                </a:lnTo>
                <a:lnTo>
                  <a:pt x="301357" y="25013"/>
                </a:lnTo>
                <a:lnTo>
                  <a:pt x="301357" y="47789"/>
                </a:lnTo>
                <a:lnTo>
                  <a:pt x="76196" y="47789"/>
                </a:lnTo>
                <a:lnTo>
                  <a:pt x="76196" y="50063"/>
                </a:lnTo>
                <a:close/>
              </a:path>
              <a:path w="399415" h="423544">
                <a:moveTo>
                  <a:pt x="334780" y="159215"/>
                </a:moveTo>
                <a:lnTo>
                  <a:pt x="289987" y="159215"/>
                </a:lnTo>
                <a:lnTo>
                  <a:pt x="294535" y="155786"/>
                </a:lnTo>
                <a:lnTo>
                  <a:pt x="297964" y="153512"/>
                </a:lnTo>
                <a:lnTo>
                  <a:pt x="302512" y="152393"/>
                </a:lnTo>
                <a:lnTo>
                  <a:pt x="302512" y="73922"/>
                </a:lnTo>
                <a:lnTo>
                  <a:pt x="282010" y="73922"/>
                </a:lnTo>
                <a:lnTo>
                  <a:pt x="276343" y="68255"/>
                </a:lnTo>
                <a:lnTo>
                  <a:pt x="276343" y="47789"/>
                </a:lnTo>
                <a:lnTo>
                  <a:pt x="301357" y="47789"/>
                </a:lnTo>
                <a:lnTo>
                  <a:pt x="301357" y="50063"/>
                </a:lnTo>
                <a:lnTo>
                  <a:pt x="351384" y="50063"/>
                </a:lnTo>
                <a:lnTo>
                  <a:pt x="351384" y="69374"/>
                </a:lnTo>
                <a:lnTo>
                  <a:pt x="344562" y="75077"/>
                </a:lnTo>
                <a:lnTo>
                  <a:pt x="325252" y="75077"/>
                </a:lnTo>
                <a:lnTo>
                  <a:pt x="325252" y="153512"/>
                </a:lnTo>
                <a:lnTo>
                  <a:pt x="333119" y="157745"/>
                </a:lnTo>
                <a:lnTo>
                  <a:pt x="334780" y="159215"/>
                </a:lnTo>
                <a:close/>
              </a:path>
              <a:path w="399415" h="423544">
                <a:moveTo>
                  <a:pt x="201301" y="233137"/>
                </a:moveTo>
                <a:lnTo>
                  <a:pt x="178562" y="233137"/>
                </a:lnTo>
                <a:lnTo>
                  <a:pt x="178562" y="111461"/>
                </a:lnTo>
                <a:lnTo>
                  <a:pt x="181543" y="97614"/>
                </a:lnTo>
                <a:lnTo>
                  <a:pt x="189638" y="86014"/>
                </a:lnTo>
                <a:lnTo>
                  <a:pt x="201570" y="78041"/>
                </a:lnTo>
                <a:lnTo>
                  <a:pt x="216064" y="75077"/>
                </a:lnTo>
                <a:lnTo>
                  <a:pt x="229911" y="78041"/>
                </a:lnTo>
                <a:lnTo>
                  <a:pt x="241511" y="86014"/>
                </a:lnTo>
                <a:lnTo>
                  <a:pt x="249484" y="97614"/>
                </a:lnTo>
                <a:lnTo>
                  <a:pt x="250501" y="102365"/>
                </a:lnTo>
                <a:lnTo>
                  <a:pt x="206968" y="102365"/>
                </a:lnTo>
                <a:lnTo>
                  <a:pt x="201301" y="108032"/>
                </a:lnTo>
                <a:lnTo>
                  <a:pt x="201301" y="233137"/>
                </a:lnTo>
                <a:close/>
              </a:path>
              <a:path w="399415" h="423544">
                <a:moveTo>
                  <a:pt x="246781" y="251329"/>
                </a:moveTo>
                <a:lnTo>
                  <a:pt x="233137" y="251329"/>
                </a:lnTo>
                <a:lnTo>
                  <a:pt x="227434" y="245626"/>
                </a:lnTo>
                <a:lnTo>
                  <a:pt x="227434" y="108032"/>
                </a:lnTo>
                <a:lnTo>
                  <a:pt x="221767" y="102365"/>
                </a:lnTo>
                <a:lnTo>
                  <a:pt x="250501" y="102365"/>
                </a:lnTo>
                <a:lnTo>
                  <a:pt x="252448" y="111461"/>
                </a:lnTo>
                <a:lnTo>
                  <a:pt x="252448" y="152393"/>
                </a:lnTo>
                <a:lnTo>
                  <a:pt x="278743" y="152393"/>
                </a:lnTo>
                <a:lnTo>
                  <a:pt x="284602" y="155235"/>
                </a:lnTo>
                <a:lnTo>
                  <a:pt x="289987" y="159215"/>
                </a:lnTo>
                <a:lnTo>
                  <a:pt x="334780" y="159215"/>
                </a:lnTo>
                <a:lnTo>
                  <a:pt x="339599" y="163478"/>
                </a:lnTo>
                <a:lnTo>
                  <a:pt x="344591" y="170490"/>
                </a:lnTo>
                <a:lnTo>
                  <a:pt x="347033" y="176287"/>
                </a:lnTo>
                <a:lnTo>
                  <a:pt x="258151" y="176287"/>
                </a:lnTo>
                <a:lnTo>
                  <a:pt x="252448" y="181954"/>
                </a:lnTo>
                <a:lnTo>
                  <a:pt x="252448" y="245626"/>
                </a:lnTo>
                <a:lnTo>
                  <a:pt x="246781" y="251329"/>
                </a:lnTo>
                <a:close/>
              </a:path>
              <a:path w="399415" h="423544">
                <a:moveTo>
                  <a:pt x="278743" y="152393"/>
                </a:moveTo>
                <a:lnTo>
                  <a:pt x="252448" y="152393"/>
                </a:lnTo>
                <a:lnTo>
                  <a:pt x="256996" y="150877"/>
                </a:lnTo>
                <a:lnTo>
                  <a:pt x="261544" y="150119"/>
                </a:lnTo>
                <a:lnTo>
                  <a:pt x="265984" y="150119"/>
                </a:lnTo>
                <a:lnTo>
                  <a:pt x="272506" y="150687"/>
                </a:lnTo>
                <a:lnTo>
                  <a:pt x="278743" y="152393"/>
                </a:lnTo>
                <a:close/>
              </a:path>
              <a:path w="399415" h="423544">
                <a:moveTo>
                  <a:pt x="297964" y="251329"/>
                </a:moveTo>
                <a:lnTo>
                  <a:pt x="284284" y="251329"/>
                </a:lnTo>
                <a:lnTo>
                  <a:pt x="278617" y="245626"/>
                </a:lnTo>
                <a:lnTo>
                  <a:pt x="278617" y="181954"/>
                </a:lnTo>
                <a:lnTo>
                  <a:pt x="272914" y="176287"/>
                </a:lnTo>
                <a:lnTo>
                  <a:pt x="309334" y="176287"/>
                </a:lnTo>
                <a:lnTo>
                  <a:pt x="303631" y="181954"/>
                </a:lnTo>
                <a:lnTo>
                  <a:pt x="303631" y="245626"/>
                </a:lnTo>
                <a:lnTo>
                  <a:pt x="297964" y="251329"/>
                </a:lnTo>
                <a:close/>
              </a:path>
              <a:path w="399415" h="423544">
                <a:moveTo>
                  <a:pt x="349110" y="251329"/>
                </a:moveTo>
                <a:lnTo>
                  <a:pt x="335466" y="251329"/>
                </a:lnTo>
                <a:lnTo>
                  <a:pt x="329799" y="245626"/>
                </a:lnTo>
                <a:lnTo>
                  <a:pt x="329799" y="181954"/>
                </a:lnTo>
                <a:lnTo>
                  <a:pt x="324097" y="176287"/>
                </a:lnTo>
                <a:lnTo>
                  <a:pt x="347033" y="176287"/>
                </a:lnTo>
                <a:lnTo>
                  <a:pt x="347991" y="178562"/>
                </a:lnTo>
                <a:lnTo>
                  <a:pt x="373760" y="178562"/>
                </a:lnTo>
                <a:lnTo>
                  <a:pt x="376601" y="179094"/>
                </a:lnTo>
                <a:lnTo>
                  <a:pt x="388481" y="186805"/>
                </a:lnTo>
                <a:lnTo>
                  <a:pt x="396314" y="198352"/>
                </a:lnTo>
                <a:lnTo>
                  <a:pt x="396668" y="200146"/>
                </a:lnTo>
                <a:lnTo>
                  <a:pt x="355932" y="200146"/>
                </a:lnTo>
                <a:lnTo>
                  <a:pt x="350265" y="205849"/>
                </a:lnTo>
                <a:lnTo>
                  <a:pt x="354813" y="214945"/>
                </a:lnTo>
                <a:lnTo>
                  <a:pt x="354813" y="245626"/>
                </a:lnTo>
                <a:lnTo>
                  <a:pt x="349110" y="251329"/>
                </a:lnTo>
                <a:close/>
              </a:path>
              <a:path w="399415" h="423544">
                <a:moveTo>
                  <a:pt x="373760" y="178562"/>
                </a:moveTo>
                <a:lnTo>
                  <a:pt x="347991" y="178562"/>
                </a:lnTo>
                <a:lnTo>
                  <a:pt x="352539" y="177406"/>
                </a:lnTo>
                <a:lnTo>
                  <a:pt x="358206" y="176287"/>
                </a:lnTo>
                <a:lnTo>
                  <a:pt x="361635" y="176287"/>
                </a:lnTo>
                <a:lnTo>
                  <a:pt x="373760" y="178562"/>
                </a:lnTo>
                <a:close/>
              </a:path>
              <a:path w="399415" h="423544">
                <a:moveTo>
                  <a:pt x="381480" y="349110"/>
                </a:moveTo>
                <a:lnTo>
                  <a:pt x="354813" y="349110"/>
                </a:lnTo>
                <a:lnTo>
                  <a:pt x="363280" y="327180"/>
                </a:lnTo>
                <a:lnTo>
                  <a:pt x="369730" y="304068"/>
                </a:lnTo>
                <a:lnTo>
                  <a:pt x="373844" y="279772"/>
                </a:lnTo>
                <a:lnTo>
                  <a:pt x="375279" y="254722"/>
                </a:lnTo>
                <a:lnTo>
                  <a:pt x="375279" y="205849"/>
                </a:lnTo>
                <a:lnTo>
                  <a:pt x="369576" y="200146"/>
                </a:lnTo>
                <a:lnTo>
                  <a:pt x="396668" y="200146"/>
                </a:lnTo>
                <a:lnTo>
                  <a:pt x="399138" y="212671"/>
                </a:lnTo>
                <a:lnTo>
                  <a:pt x="399077" y="254722"/>
                </a:lnTo>
                <a:lnTo>
                  <a:pt x="397486" y="283647"/>
                </a:lnTo>
                <a:lnTo>
                  <a:pt x="392745" y="312307"/>
                </a:lnTo>
                <a:lnTo>
                  <a:pt x="385235" y="339471"/>
                </a:lnTo>
                <a:lnTo>
                  <a:pt x="381480" y="349110"/>
                </a:lnTo>
                <a:close/>
              </a:path>
              <a:path w="399415" h="423544">
                <a:moveTo>
                  <a:pt x="168738" y="296809"/>
                </a:moveTo>
                <a:lnTo>
                  <a:pt x="137594" y="296809"/>
                </a:lnTo>
                <a:lnTo>
                  <a:pt x="120557" y="279772"/>
                </a:lnTo>
                <a:lnTo>
                  <a:pt x="112882" y="267269"/>
                </a:lnTo>
                <a:lnTo>
                  <a:pt x="110402" y="253603"/>
                </a:lnTo>
                <a:lnTo>
                  <a:pt x="110324" y="253170"/>
                </a:lnTo>
                <a:lnTo>
                  <a:pt x="112882" y="239287"/>
                </a:lnTo>
                <a:lnTo>
                  <a:pt x="147123" y="216353"/>
                </a:lnTo>
                <a:lnTo>
                  <a:pt x="154205" y="217049"/>
                </a:lnTo>
                <a:lnTo>
                  <a:pt x="161006" y="219132"/>
                </a:lnTo>
                <a:lnTo>
                  <a:pt x="167299" y="222596"/>
                </a:lnTo>
                <a:lnTo>
                  <a:pt x="172858" y="227434"/>
                </a:lnTo>
                <a:lnTo>
                  <a:pt x="178562" y="233137"/>
                </a:lnTo>
                <a:lnTo>
                  <a:pt x="201301" y="233137"/>
                </a:lnTo>
                <a:lnTo>
                  <a:pt x="201301" y="245626"/>
                </a:lnTo>
                <a:lnTo>
                  <a:pt x="143008" y="245626"/>
                </a:lnTo>
                <a:lnTo>
                  <a:pt x="139868" y="246781"/>
                </a:lnTo>
                <a:lnTo>
                  <a:pt x="137594" y="249055"/>
                </a:lnTo>
                <a:lnTo>
                  <a:pt x="133046" y="252448"/>
                </a:lnTo>
                <a:lnTo>
                  <a:pt x="133046" y="261544"/>
                </a:lnTo>
                <a:lnTo>
                  <a:pt x="137594" y="266092"/>
                </a:lnTo>
                <a:lnTo>
                  <a:pt x="168738" y="296809"/>
                </a:lnTo>
                <a:close/>
              </a:path>
              <a:path w="399415" h="423544">
                <a:moveTo>
                  <a:pt x="195454" y="277570"/>
                </a:moveTo>
                <a:lnTo>
                  <a:pt x="186358" y="277570"/>
                </a:lnTo>
                <a:lnTo>
                  <a:pt x="183182" y="276451"/>
                </a:lnTo>
                <a:lnTo>
                  <a:pt x="180835" y="274069"/>
                </a:lnTo>
                <a:lnTo>
                  <a:pt x="154667" y="249055"/>
                </a:lnTo>
                <a:lnTo>
                  <a:pt x="152393" y="246781"/>
                </a:lnTo>
                <a:lnTo>
                  <a:pt x="149252" y="245626"/>
                </a:lnTo>
                <a:lnTo>
                  <a:pt x="201301" y="245626"/>
                </a:lnTo>
                <a:lnTo>
                  <a:pt x="201301" y="273527"/>
                </a:lnTo>
                <a:lnTo>
                  <a:pt x="195454" y="277570"/>
                </a:lnTo>
                <a:close/>
              </a:path>
              <a:path w="399415" h="423544">
                <a:moveTo>
                  <a:pt x="195271" y="322978"/>
                </a:moveTo>
                <a:lnTo>
                  <a:pt x="51182" y="322978"/>
                </a:lnTo>
                <a:lnTo>
                  <a:pt x="51182" y="297964"/>
                </a:lnTo>
                <a:lnTo>
                  <a:pt x="169909" y="297964"/>
                </a:lnTo>
                <a:lnTo>
                  <a:pt x="195271" y="322978"/>
                </a:lnTo>
                <a:close/>
              </a:path>
              <a:path w="399415" h="423544">
                <a:moveTo>
                  <a:pt x="337740" y="423033"/>
                </a:moveTo>
                <a:lnTo>
                  <a:pt x="238804" y="423033"/>
                </a:lnTo>
                <a:lnTo>
                  <a:pt x="224310" y="420069"/>
                </a:lnTo>
                <a:lnTo>
                  <a:pt x="212378" y="412096"/>
                </a:lnTo>
                <a:lnTo>
                  <a:pt x="204283" y="400496"/>
                </a:lnTo>
                <a:lnTo>
                  <a:pt x="201301" y="386649"/>
                </a:lnTo>
                <a:lnTo>
                  <a:pt x="201301" y="365028"/>
                </a:lnTo>
                <a:lnTo>
                  <a:pt x="160333" y="324097"/>
                </a:lnTo>
                <a:lnTo>
                  <a:pt x="196405" y="324097"/>
                </a:lnTo>
                <a:lnTo>
                  <a:pt x="221767" y="349110"/>
                </a:lnTo>
                <a:lnTo>
                  <a:pt x="381480" y="349110"/>
                </a:lnTo>
                <a:lnTo>
                  <a:pt x="375279" y="365028"/>
                </a:lnTo>
                <a:lnTo>
                  <a:pt x="375279" y="371850"/>
                </a:lnTo>
                <a:lnTo>
                  <a:pt x="225160" y="371850"/>
                </a:lnTo>
                <a:lnTo>
                  <a:pt x="225160" y="392316"/>
                </a:lnTo>
                <a:lnTo>
                  <a:pt x="230863" y="398019"/>
                </a:lnTo>
                <a:lnTo>
                  <a:pt x="372826" y="398019"/>
                </a:lnTo>
                <a:lnTo>
                  <a:pt x="372292" y="400496"/>
                </a:lnTo>
                <a:lnTo>
                  <a:pt x="364185" y="412096"/>
                </a:lnTo>
                <a:lnTo>
                  <a:pt x="352240" y="420069"/>
                </a:lnTo>
                <a:lnTo>
                  <a:pt x="337740" y="423033"/>
                </a:lnTo>
                <a:close/>
              </a:path>
              <a:path w="399415" h="423544">
                <a:moveTo>
                  <a:pt x="372826" y="398019"/>
                </a:moveTo>
                <a:lnTo>
                  <a:pt x="344562" y="398019"/>
                </a:lnTo>
                <a:lnTo>
                  <a:pt x="350265" y="392316"/>
                </a:lnTo>
                <a:lnTo>
                  <a:pt x="349110" y="385494"/>
                </a:lnTo>
                <a:lnTo>
                  <a:pt x="349110" y="371850"/>
                </a:lnTo>
                <a:lnTo>
                  <a:pt x="375279" y="371850"/>
                </a:lnTo>
                <a:lnTo>
                  <a:pt x="375279" y="386649"/>
                </a:lnTo>
                <a:lnTo>
                  <a:pt x="372826" y="398019"/>
                </a:lnTo>
                <a:close/>
              </a:path>
            </a:pathLst>
          </a:custGeom>
          <a:solidFill>
            <a:srgbClr val="545EE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4848069" y="2987717"/>
            <a:ext cx="321945" cy="421005"/>
            <a:chOff x="4848069" y="2987717"/>
            <a:chExt cx="321945" cy="42100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1490" y="3285645"/>
              <a:ext cx="73922" cy="7276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1490" y="3088927"/>
              <a:ext cx="73922" cy="716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1490" y="3187864"/>
              <a:ext cx="73922" cy="716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848060" y="2987725"/>
              <a:ext cx="321945" cy="421005"/>
            </a:xfrm>
            <a:custGeom>
              <a:avLst/>
              <a:gdLst/>
              <a:ahLst/>
              <a:cxnLst/>
              <a:rect l="l" t="t" r="r" b="b"/>
              <a:pathLst>
                <a:path w="321945" h="421004">
                  <a:moveTo>
                    <a:pt x="275196" y="328637"/>
                  </a:moveTo>
                  <a:lnTo>
                    <a:pt x="269494" y="322935"/>
                  </a:lnTo>
                  <a:lnTo>
                    <a:pt x="162610" y="322935"/>
                  </a:lnTo>
                  <a:lnTo>
                    <a:pt x="155790" y="322935"/>
                  </a:lnTo>
                  <a:lnTo>
                    <a:pt x="150088" y="328637"/>
                  </a:lnTo>
                  <a:lnTo>
                    <a:pt x="150088" y="343408"/>
                  </a:lnTo>
                  <a:lnTo>
                    <a:pt x="155790" y="349110"/>
                  </a:lnTo>
                  <a:lnTo>
                    <a:pt x="269494" y="349110"/>
                  </a:lnTo>
                  <a:lnTo>
                    <a:pt x="275196" y="343408"/>
                  </a:lnTo>
                  <a:lnTo>
                    <a:pt x="275196" y="328637"/>
                  </a:lnTo>
                  <a:close/>
                </a:path>
                <a:path w="321945" h="421004">
                  <a:moveTo>
                    <a:pt x="275196" y="229704"/>
                  </a:moveTo>
                  <a:lnTo>
                    <a:pt x="269494" y="224002"/>
                  </a:lnTo>
                  <a:lnTo>
                    <a:pt x="162610" y="224002"/>
                  </a:lnTo>
                  <a:lnTo>
                    <a:pt x="155790" y="224002"/>
                  </a:lnTo>
                  <a:lnTo>
                    <a:pt x="150088" y="229704"/>
                  </a:lnTo>
                  <a:lnTo>
                    <a:pt x="150088" y="243344"/>
                  </a:lnTo>
                  <a:lnTo>
                    <a:pt x="155790" y="249021"/>
                  </a:lnTo>
                  <a:lnTo>
                    <a:pt x="269494" y="249021"/>
                  </a:lnTo>
                  <a:lnTo>
                    <a:pt x="275196" y="243344"/>
                  </a:lnTo>
                  <a:lnTo>
                    <a:pt x="275196" y="229704"/>
                  </a:lnTo>
                  <a:close/>
                </a:path>
                <a:path w="321945" h="421004">
                  <a:moveTo>
                    <a:pt x="275196" y="130771"/>
                  </a:moveTo>
                  <a:lnTo>
                    <a:pt x="269494" y="125069"/>
                  </a:lnTo>
                  <a:lnTo>
                    <a:pt x="162610" y="125069"/>
                  </a:lnTo>
                  <a:lnTo>
                    <a:pt x="155790" y="125069"/>
                  </a:lnTo>
                  <a:lnTo>
                    <a:pt x="150088" y="130771"/>
                  </a:lnTo>
                  <a:lnTo>
                    <a:pt x="150088" y="145529"/>
                  </a:lnTo>
                  <a:lnTo>
                    <a:pt x="155790" y="151231"/>
                  </a:lnTo>
                  <a:lnTo>
                    <a:pt x="269494" y="151231"/>
                  </a:lnTo>
                  <a:lnTo>
                    <a:pt x="275196" y="145529"/>
                  </a:lnTo>
                  <a:lnTo>
                    <a:pt x="275196" y="130771"/>
                  </a:lnTo>
                  <a:close/>
                </a:path>
                <a:path w="321945" h="421004">
                  <a:moveTo>
                    <a:pt x="321830" y="61391"/>
                  </a:moveTo>
                  <a:lnTo>
                    <a:pt x="320332" y="48907"/>
                  </a:lnTo>
                  <a:lnTo>
                    <a:pt x="320167" y="47548"/>
                  </a:lnTo>
                  <a:lnTo>
                    <a:pt x="312864" y="35953"/>
                  </a:lnTo>
                  <a:lnTo>
                    <a:pt x="303631" y="29476"/>
                  </a:lnTo>
                  <a:lnTo>
                    <a:pt x="303631" y="54571"/>
                  </a:lnTo>
                  <a:lnTo>
                    <a:pt x="303631" y="384340"/>
                  </a:lnTo>
                  <a:lnTo>
                    <a:pt x="299085" y="384340"/>
                  </a:lnTo>
                  <a:lnTo>
                    <a:pt x="299085" y="391160"/>
                  </a:lnTo>
                  <a:lnTo>
                    <a:pt x="293382" y="396862"/>
                  </a:lnTo>
                  <a:lnTo>
                    <a:pt x="32956" y="396862"/>
                  </a:lnTo>
                  <a:lnTo>
                    <a:pt x="27292" y="391160"/>
                  </a:lnTo>
                  <a:lnTo>
                    <a:pt x="27292" y="54571"/>
                  </a:lnTo>
                  <a:lnTo>
                    <a:pt x="32956" y="48907"/>
                  </a:lnTo>
                  <a:lnTo>
                    <a:pt x="79590" y="48907"/>
                  </a:lnTo>
                  <a:lnTo>
                    <a:pt x="85293" y="58394"/>
                  </a:lnTo>
                  <a:lnTo>
                    <a:pt x="93535" y="65951"/>
                  </a:lnTo>
                  <a:lnTo>
                    <a:pt x="103911" y="70954"/>
                  </a:lnTo>
                  <a:lnTo>
                    <a:pt x="115976" y="72771"/>
                  </a:lnTo>
                  <a:lnTo>
                    <a:pt x="214909" y="72771"/>
                  </a:lnTo>
                  <a:lnTo>
                    <a:pt x="226339" y="70954"/>
                  </a:lnTo>
                  <a:lnTo>
                    <a:pt x="236372" y="65951"/>
                  </a:lnTo>
                  <a:lnTo>
                    <a:pt x="244500" y="58394"/>
                  </a:lnTo>
                  <a:lnTo>
                    <a:pt x="249504" y="50025"/>
                  </a:lnTo>
                  <a:lnTo>
                    <a:pt x="250177" y="48907"/>
                  </a:lnTo>
                  <a:lnTo>
                    <a:pt x="297929" y="48907"/>
                  </a:lnTo>
                  <a:lnTo>
                    <a:pt x="303631" y="54571"/>
                  </a:lnTo>
                  <a:lnTo>
                    <a:pt x="303631" y="29476"/>
                  </a:lnTo>
                  <a:lnTo>
                    <a:pt x="301498" y="27978"/>
                  </a:lnTo>
                  <a:lnTo>
                    <a:pt x="287680" y="25006"/>
                  </a:lnTo>
                  <a:lnTo>
                    <a:pt x="247904" y="25006"/>
                  </a:lnTo>
                  <a:lnTo>
                    <a:pt x="242392" y="14859"/>
                  </a:lnTo>
                  <a:lnTo>
                    <a:pt x="234530" y="6959"/>
                  </a:lnTo>
                  <a:lnTo>
                    <a:pt x="226288" y="2730"/>
                  </a:lnTo>
                  <a:lnTo>
                    <a:pt x="226288" y="30683"/>
                  </a:lnTo>
                  <a:lnTo>
                    <a:pt x="226288" y="44323"/>
                  </a:lnTo>
                  <a:lnTo>
                    <a:pt x="220611" y="50025"/>
                  </a:lnTo>
                  <a:lnTo>
                    <a:pt x="106883" y="50025"/>
                  </a:lnTo>
                  <a:lnTo>
                    <a:pt x="105765" y="48907"/>
                  </a:lnTo>
                  <a:lnTo>
                    <a:pt x="101219" y="44323"/>
                  </a:lnTo>
                  <a:lnTo>
                    <a:pt x="101219" y="30683"/>
                  </a:lnTo>
                  <a:lnTo>
                    <a:pt x="106883" y="25006"/>
                  </a:lnTo>
                  <a:lnTo>
                    <a:pt x="220611" y="25006"/>
                  </a:lnTo>
                  <a:lnTo>
                    <a:pt x="226288" y="30683"/>
                  </a:lnTo>
                  <a:lnTo>
                    <a:pt x="226288" y="2730"/>
                  </a:lnTo>
                  <a:lnTo>
                    <a:pt x="224548" y="1828"/>
                  </a:lnTo>
                  <a:lnTo>
                    <a:pt x="212636" y="0"/>
                  </a:lnTo>
                  <a:lnTo>
                    <a:pt x="112585" y="0"/>
                  </a:lnTo>
                  <a:lnTo>
                    <a:pt x="101155" y="1828"/>
                  </a:lnTo>
                  <a:lnTo>
                    <a:pt x="91122" y="6959"/>
                  </a:lnTo>
                  <a:lnTo>
                    <a:pt x="82994" y="14859"/>
                  </a:lnTo>
                  <a:lnTo>
                    <a:pt x="77317" y="25006"/>
                  </a:lnTo>
                  <a:lnTo>
                    <a:pt x="37503" y="25006"/>
                  </a:lnTo>
                  <a:lnTo>
                    <a:pt x="23012" y="27978"/>
                  </a:lnTo>
                  <a:lnTo>
                    <a:pt x="11074" y="35953"/>
                  </a:lnTo>
                  <a:lnTo>
                    <a:pt x="2984" y="47548"/>
                  </a:lnTo>
                  <a:lnTo>
                    <a:pt x="0" y="61391"/>
                  </a:lnTo>
                  <a:lnTo>
                    <a:pt x="0" y="384340"/>
                  </a:lnTo>
                  <a:lnTo>
                    <a:pt x="2984" y="398195"/>
                  </a:lnTo>
                  <a:lnTo>
                    <a:pt x="11074" y="409803"/>
                  </a:lnTo>
                  <a:lnTo>
                    <a:pt x="23012" y="417791"/>
                  </a:lnTo>
                  <a:lnTo>
                    <a:pt x="37503" y="420763"/>
                  </a:lnTo>
                  <a:lnTo>
                    <a:pt x="284289" y="420763"/>
                  </a:lnTo>
                  <a:lnTo>
                    <a:pt x="318833" y="398195"/>
                  </a:lnTo>
                  <a:lnTo>
                    <a:pt x="321830" y="384340"/>
                  </a:lnTo>
                  <a:lnTo>
                    <a:pt x="321830" y="61391"/>
                  </a:lnTo>
                  <a:close/>
                </a:path>
              </a:pathLst>
            </a:custGeom>
            <a:solidFill>
              <a:srgbClr val="545EE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4839687" y="1498288"/>
            <a:ext cx="340360" cy="340360"/>
          </a:xfrm>
          <a:custGeom>
            <a:avLst/>
            <a:gdLst/>
            <a:ahLst/>
            <a:cxnLst/>
            <a:rect l="l" t="t" r="r" b="b"/>
            <a:pathLst>
              <a:path w="340360" h="340360">
                <a:moveTo>
                  <a:pt x="69774" y="340097"/>
                </a:moveTo>
                <a:lnTo>
                  <a:pt x="69456" y="340097"/>
                </a:lnTo>
                <a:lnTo>
                  <a:pt x="48998" y="337034"/>
                </a:lnTo>
                <a:lnTo>
                  <a:pt x="30691" y="328341"/>
                </a:lnTo>
                <a:lnTo>
                  <a:pt x="15652" y="314767"/>
                </a:lnTo>
                <a:lnTo>
                  <a:pt x="4996" y="297059"/>
                </a:lnTo>
                <a:lnTo>
                  <a:pt x="0" y="276972"/>
                </a:lnTo>
                <a:lnTo>
                  <a:pt x="907" y="259089"/>
                </a:lnTo>
                <a:lnTo>
                  <a:pt x="1026" y="256732"/>
                </a:lnTo>
                <a:lnTo>
                  <a:pt x="20134" y="220999"/>
                </a:lnTo>
                <a:lnTo>
                  <a:pt x="220732" y="20401"/>
                </a:lnTo>
                <a:lnTo>
                  <a:pt x="256724" y="1276"/>
                </a:lnTo>
                <a:lnTo>
                  <a:pt x="270054" y="0"/>
                </a:lnTo>
                <a:lnTo>
                  <a:pt x="283377" y="1276"/>
                </a:lnTo>
                <a:lnTo>
                  <a:pt x="296306" y="5104"/>
                </a:lnTo>
                <a:lnTo>
                  <a:pt x="308439" y="11480"/>
                </a:lnTo>
                <a:lnTo>
                  <a:pt x="317218" y="18641"/>
                </a:lnTo>
                <a:lnTo>
                  <a:pt x="271357" y="18641"/>
                </a:lnTo>
                <a:lnTo>
                  <a:pt x="262256" y="19549"/>
                </a:lnTo>
                <a:lnTo>
                  <a:pt x="261683" y="19549"/>
                </a:lnTo>
                <a:lnTo>
                  <a:pt x="251798" y="22610"/>
                </a:lnTo>
                <a:lnTo>
                  <a:pt x="242843" y="27567"/>
                </a:lnTo>
                <a:lnTo>
                  <a:pt x="234867" y="34500"/>
                </a:lnTo>
                <a:lnTo>
                  <a:pt x="167361" y="101988"/>
                </a:lnTo>
                <a:lnTo>
                  <a:pt x="176180" y="101988"/>
                </a:lnTo>
                <a:lnTo>
                  <a:pt x="184066" y="103361"/>
                </a:lnTo>
                <a:lnTo>
                  <a:pt x="191547" y="105984"/>
                </a:lnTo>
                <a:lnTo>
                  <a:pt x="219711" y="105984"/>
                </a:lnTo>
                <a:lnTo>
                  <a:pt x="209889" y="115806"/>
                </a:lnTo>
                <a:lnTo>
                  <a:pt x="212547" y="117831"/>
                </a:lnTo>
                <a:lnTo>
                  <a:pt x="215047" y="120013"/>
                </a:lnTo>
                <a:lnTo>
                  <a:pt x="216940" y="121879"/>
                </a:lnTo>
                <a:lnTo>
                  <a:pt x="168065" y="121879"/>
                </a:lnTo>
                <a:lnTo>
                  <a:pt x="158619" y="122778"/>
                </a:lnTo>
                <a:lnTo>
                  <a:pt x="34216" y="235134"/>
                </a:lnTo>
                <a:lnTo>
                  <a:pt x="18463" y="270341"/>
                </a:lnTo>
                <a:lnTo>
                  <a:pt x="18380" y="270724"/>
                </a:lnTo>
                <a:lnTo>
                  <a:pt x="21842" y="289926"/>
                </a:lnTo>
                <a:lnTo>
                  <a:pt x="32949" y="306829"/>
                </a:lnTo>
                <a:lnTo>
                  <a:pt x="40766" y="313213"/>
                </a:lnTo>
                <a:lnTo>
                  <a:pt x="49429" y="317766"/>
                </a:lnTo>
                <a:lnTo>
                  <a:pt x="58368" y="320411"/>
                </a:lnTo>
                <a:lnTo>
                  <a:pt x="57773" y="320411"/>
                </a:lnTo>
                <a:lnTo>
                  <a:pt x="68154" y="321404"/>
                </a:lnTo>
                <a:lnTo>
                  <a:pt x="116704" y="321404"/>
                </a:lnTo>
                <a:lnTo>
                  <a:pt x="108275" y="328341"/>
                </a:lnTo>
                <a:lnTo>
                  <a:pt x="96243" y="334810"/>
                </a:lnTo>
                <a:lnTo>
                  <a:pt x="83277" y="338764"/>
                </a:lnTo>
                <a:lnTo>
                  <a:pt x="69774" y="340097"/>
                </a:lnTo>
                <a:close/>
              </a:path>
              <a:path w="340360" h="340360">
                <a:moveTo>
                  <a:pt x="216895" y="221527"/>
                </a:moveTo>
                <a:lnTo>
                  <a:pt x="168153" y="221527"/>
                </a:lnTo>
                <a:lnTo>
                  <a:pt x="177599" y="220628"/>
                </a:lnTo>
                <a:lnTo>
                  <a:pt x="186797" y="217912"/>
                </a:lnTo>
                <a:lnTo>
                  <a:pt x="305294" y="104910"/>
                </a:lnTo>
                <a:lnTo>
                  <a:pt x="321047" y="69705"/>
                </a:lnTo>
                <a:lnTo>
                  <a:pt x="321130" y="69320"/>
                </a:lnTo>
                <a:lnTo>
                  <a:pt x="306562" y="33215"/>
                </a:lnTo>
                <a:lnTo>
                  <a:pt x="271357" y="18641"/>
                </a:lnTo>
                <a:lnTo>
                  <a:pt x="317218" y="18641"/>
                </a:lnTo>
                <a:lnTo>
                  <a:pt x="319376" y="20401"/>
                </a:lnTo>
                <a:lnTo>
                  <a:pt x="334714" y="43494"/>
                </a:lnTo>
                <a:lnTo>
                  <a:pt x="339741" y="69320"/>
                </a:lnTo>
                <a:lnTo>
                  <a:pt x="339816" y="69705"/>
                </a:lnTo>
                <a:lnTo>
                  <a:pt x="339220" y="72874"/>
                </a:lnTo>
                <a:lnTo>
                  <a:pt x="334714" y="96023"/>
                </a:lnTo>
                <a:lnTo>
                  <a:pt x="319376" y="119116"/>
                </a:lnTo>
                <a:lnTo>
                  <a:pt x="216895" y="221527"/>
                </a:lnTo>
                <a:close/>
              </a:path>
              <a:path w="340360" h="340360">
                <a:moveTo>
                  <a:pt x="219711" y="105984"/>
                </a:moveTo>
                <a:lnTo>
                  <a:pt x="191547" y="105984"/>
                </a:lnTo>
                <a:lnTo>
                  <a:pt x="254793" y="42738"/>
                </a:lnTo>
                <a:lnTo>
                  <a:pt x="262450" y="39816"/>
                </a:lnTo>
                <a:lnTo>
                  <a:pt x="277764" y="39816"/>
                </a:lnTo>
                <a:lnTo>
                  <a:pt x="285404" y="42738"/>
                </a:lnTo>
                <a:lnTo>
                  <a:pt x="291248" y="48582"/>
                </a:lnTo>
                <a:lnTo>
                  <a:pt x="297803" y="58456"/>
                </a:lnTo>
                <a:lnTo>
                  <a:pt x="298056" y="59760"/>
                </a:lnTo>
                <a:lnTo>
                  <a:pt x="267520" y="59760"/>
                </a:lnTo>
                <a:lnTo>
                  <a:pt x="264967" y="60728"/>
                </a:lnTo>
                <a:lnTo>
                  <a:pt x="219711" y="105984"/>
                </a:lnTo>
                <a:close/>
              </a:path>
              <a:path w="340360" h="340360">
                <a:moveTo>
                  <a:pt x="252183" y="129906"/>
                </a:moveTo>
                <a:lnTo>
                  <a:pt x="223971" y="129906"/>
                </a:lnTo>
                <a:lnTo>
                  <a:pt x="281003" y="72874"/>
                </a:lnTo>
                <a:lnTo>
                  <a:pt x="281003" y="66537"/>
                </a:lnTo>
                <a:lnTo>
                  <a:pt x="275177" y="60728"/>
                </a:lnTo>
                <a:lnTo>
                  <a:pt x="272624" y="59760"/>
                </a:lnTo>
                <a:lnTo>
                  <a:pt x="298056" y="59760"/>
                </a:lnTo>
                <a:lnTo>
                  <a:pt x="299913" y="69320"/>
                </a:lnTo>
                <a:lnTo>
                  <a:pt x="299987" y="69705"/>
                </a:lnTo>
                <a:lnTo>
                  <a:pt x="297803" y="80955"/>
                </a:lnTo>
                <a:lnTo>
                  <a:pt x="291248" y="90828"/>
                </a:lnTo>
                <a:lnTo>
                  <a:pt x="252183" y="129906"/>
                </a:lnTo>
                <a:close/>
              </a:path>
              <a:path w="340360" h="340360">
                <a:moveTo>
                  <a:pt x="223289" y="158809"/>
                </a:moveTo>
                <a:lnTo>
                  <a:pt x="195103" y="158809"/>
                </a:lnTo>
                <a:lnTo>
                  <a:pt x="209677" y="144252"/>
                </a:lnTo>
                <a:lnTo>
                  <a:pt x="201329" y="134548"/>
                </a:lnTo>
                <a:lnTo>
                  <a:pt x="191235" y="127547"/>
                </a:lnTo>
                <a:lnTo>
                  <a:pt x="179959" y="123306"/>
                </a:lnTo>
                <a:lnTo>
                  <a:pt x="168065" y="121879"/>
                </a:lnTo>
                <a:lnTo>
                  <a:pt x="216940" y="121879"/>
                </a:lnTo>
                <a:lnTo>
                  <a:pt x="219764" y="124748"/>
                </a:lnTo>
                <a:lnTo>
                  <a:pt x="221947" y="127248"/>
                </a:lnTo>
                <a:lnTo>
                  <a:pt x="223971" y="129906"/>
                </a:lnTo>
                <a:lnTo>
                  <a:pt x="252183" y="129906"/>
                </a:lnTo>
                <a:lnTo>
                  <a:pt x="223289" y="158809"/>
                </a:lnTo>
                <a:close/>
              </a:path>
              <a:path w="340360" h="340360">
                <a:moveTo>
                  <a:pt x="77095" y="300245"/>
                </a:moveTo>
                <a:lnTo>
                  <a:pt x="61817" y="300245"/>
                </a:lnTo>
                <a:lnTo>
                  <a:pt x="54159" y="297323"/>
                </a:lnTo>
                <a:lnTo>
                  <a:pt x="48315" y="291479"/>
                </a:lnTo>
                <a:lnTo>
                  <a:pt x="41731" y="281596"/>
                </a:lnTo>
                <a:lnTo>
                  <a:pt x="39611" y="270724"/>
                </a:lnTo>
                <a:lnTo>
                  <a:pt x="39536" y="270341"/>
                </a:lnTo>
                <a:lnTo>
                  <a:pt x="41731" y="259089"/>
                </a:lnTo>
                <a:lnTo>
                  <a:pt x="48315" y="249216"/>
                </a:lnTo>
                <a:lnTo>
                  <a:pt x="152909" y="144622"/>
                </a:lnTo>
                <a:lnTo>
                  <a:pt x="160514" y="141805"/>
                </a:lnTo>
                <a:lnTo>
                  <a:pt x="168048" y="141805"/>
                </a:lnTo>
                <a:lnTo>
                  <a:pt x="176159" y="142913"/>
                </a:lnTo>
                <a:lnTo>
                  <a:pt x="183707" y="146175"/>
                </a:lnTo>
                <a:lnTo>
                  <a:pt x="190190" y="151504"/>
                </a:lnTo>
                <a:lnTo>
                  <a:pt x="195103" y="158809"/>
                </a:lnTo>
                <a:lnTo>
                  <a:pt x="223289" y="158809"/>
                </a:lnTo>
                <a:lnTo>
                  <a:pt x="220386" y="161714"/>
                </a:lnTo>
                <a:lnTo>
                  <a:pt x="165531" y="161714"/>
                </a:lnTo>
                <a:lnTo>
                  <a:pt x="162978" y="162699"/>
                </a:lnTo>
                <a:lnTo>
                  <a:pt x="161042" y="164653"/>
                </a:lnTo>
                <a:lnTo>
                  <a:pt x="158254" y="169964"/>
                </a:lnTo>
                <a:lnTo>
                  <a:pt x="158895" y="175521"/>
                </a:lnTo>
                <a:lnTo>
                  <a:pt x="162374" y="179899"/>
                </a:lnTo>
                <a:lnTo>
                  <a:pt x="168101" y="181675"/>
                </a:lnTo>
                <a:lnTo>
                  <a:pt x="200431" y="181675"/>
                </a:lnTo>
                <a:lnTo>
                  <a:pt x="197510" y="184597"/>
                </a:lnTo>
                <a:lnTo>
                  <a:pt x="141169" y="184597"/>
                </a:lnTo>
                <a:lnTo>
                  <a:pt x="126541" y="199154"/>
                </a:lnTo>
                <a:lnTo>
                  <a:pt x="134890" y="208851"/>
                </a:lnTo>
                <a:lnTo>
                  <a:pt x="141378" y="213351"/>
                </a:lnTo>
                <a:lnTo>
                  <a:pt x="112344" y="213351"/>
                </a:lnTo>
                <a:lnTo>
                  <a:pt x="58508" y="267188"/>
                </a:lnTo>
                <a:lnTo>
                  <a:pt x="58508" y="273507"/>
                </a:lnTo>
                <a:lnTo>
                  <a:pt x="64334" y="279333"/>
                </a:lnTo>
                <a:lnTo>
                  <a:pt x="66886" y="280302"/>
                </a:lnTo>
                <a:lnTo>
                  <a:pt x="101750" y="280302"/>
                </a:lnTo>
                <a:lnTo>
                  <a:pt x="84735" y="297323"/>
                </a:lnTo>
                <a:lnTo>
                  <a:pt x="77095" y="300245"/>
                </a:lnTo>
                <a:close/>
              </a:path>
              <a:path w="340360" h="340360">
                <a:moveTo>
                  <a:pt x="200431" y="181675"/>
                </a:moveTo>
                <a:lnTo>
                  <a:pt x="168101" y="181675"/>
                </a:lnTo>
                <a:lnTo>
                  <a:pt x="173829" y="179899"/>
                </a:lnTo>
                <a:lnTo>
                  <a:pt x="177296" y="175521"/>
                </a:lnTo>
                <a:lnTo>
                  <a:pt x="177920" y="169964"/>
                </a:lnTo>
                <a:lnTo>
                  <a:pt x="175124" y="164653"/>
                </a:lnTo>
                <a:lnTo>
                  <a:pt x="173188" y="162699"/>
                </a:lnTo>
                <a:lnTo>
                  <a:pt x="170635" y="161714"/>
                </a:lnTo>
                <a:lnTo>
                  <a:pt x="220386" y="161714"/>
                </a:lnTo>
                <a:lnTo>
                  <a:pt x="200431" y="181675"/>
                </a:lnTo>
                <a:close/>
              </a:path>
              <a:path w="340360" h="340360">
                <a:moveTo>
                  <a:pt x="175722" y="201601"/>
                </a:moveTo>
                <a:lnTo>
                  <a:pt x="168206" y="201601"/>
                </a:lnTo>
                <a:lnTo>
                  <a:pt x="160095" y="200494"/>
                </a:lnTo>
                <a:lnTo>
                  <a:pt x="152549" y="197231"/>
                </a:lnTo>
                <a:lnTo>
                  <a:pt x="146072" y="191903"/>
                </a:lnTo>
                <a:lnTo>
                  <a:pt x="141169" y="184597"/>
                </a:lnTo>
                <a:lnTo>
                  <a:pt x="197510" y="184597"/>
                </a:lnTo>
                <a:lnTo>
                  <a:pt x="183327" y="198784"/>
                </a:lnTo>
                <a:lnTo>
                  <a:pt x="175722" y="201601"/>
                </a:lnTo>
                <a:close/>
              </a:path>
              <a:path w="340360" h="340360">
                <a:moveTo>
                  <a:pt x="101750" y="280302"/>
                </a:moveTo>
                <a:lnTo>
                  <a:pt x="71991" y="280302"/>
                </a:lnTo>
                <a:lnTo>
                  <a:pt x="74543" y="279333"/>
                </a:lnTo>
                <a:lnTo>
                  <a:pt x="126330" y="227582"/>
                </a:lnTo>
                <a:lnTo>
                  <a:pt x="123672" y="225575"/>
                </a:lnTo>
                <a:lnTo>
                  <a:pt x="121120" y="223393"/>
                </a:lnTo>
                <a:lnTo>
                  <a:pt x="118778" y="220999"/>
                </a:lnTo>
                <a:lnTo>
                  <a:pt x="116402" y="218658"/>
                </a:lnTo>
                <a:lnTo>
                  <a:pt x="114219" y="216158"/>
                </a:lnTo>
                <a:lnTo>
                  <a:pt x="112178" y="213351"/>
                </a:lnTo>
                <a:lnTo>
                  <a:pt x="141378" y="213351"/>
                </a:lnTo>
                <a:lnTo>
                  <a:pt x="144984" y="215852"/>
                </a:lnTo>
                <a:lnTo>
                  <a:pt x="156260" y="220098"/>
                </a:lnTo>
                <a:lnTo>
                  <a:pt x="168153" y="221527"/>
                </a:lnTo>
                <a:lnTo>
                  <a:pt x="216895" y="221527"/>
                </a:lnTo>
                <a:lnTo>
                  <a:pt x="201009" y="237422"/>
                </a:lnTo>
                <a:lnTo>
                  <a:pt x="144672" y="237422"/>
                </a:lnTo>
                <a:lnTo>
                  <a:pt x="101750" y="280302"/>
                </a:lnTo>
                <a:close/>
              </a:path>
              <a:path w="340360" h="340360">
                <a:moveTo>
                  <a:pt x="116704" y="321404"/>
                </a:moveTo>
                <a:lnTo>
                  <a:pt x="68154" y="321404"/>
                </a:lnTo>
                <a:lnTo>
                  <a:pt x="78100" y="320411"/>
                </a:lnTo>
                <a:lnTo>
                  <a:pt x="87712" y="317436"/>
                </a:lnTo>
                <a:lnTo>
                  <a:pt x="96667" y="312485"/>
                </a:lnTo>
                <a:lnTo>
                  <a:pt x="104644" y="305561"/>
                </a:lnTo>
                <a:lnTo>
                  <a:pt x="168858" y="241400"/>
                </a:lnTo>
                <a:lnTo>
                  <a:pt x="160144" y="241400"/>
                </a:lnTo>
                <a:lnTo>
                  <a:pt x="152223" y="240080"/>
                </a:lnTo>
                <a:lnTo>
                  <a:pt x="144672" y="237422"/>
                </a:lnTo>
                <a:lnTo>
                  <a:pt x="201009" y="237422"/>
                </a:lnTo>
                <a:lnTo>
                  <a:pt x="118778" y="319696"/>
                </a:lnTo>
                <a:lnTo>
                  <a:pt x="116704" y="321404"/>
                </a:lnTo>
                <a:close/>
              </a:path>
            </a:pathLst>
          </a:custGeom>
          <a:solidFill>
            <a:srgbClr val="545EE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698" y="2881288"/>
            <a:ext cx="3101340" cy="89535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800" spc="-10">
                <a:solidFill>
                  <a:srgbClr val="241160"/>
                </a:solidFill>
                <a:latin typeface="Verdana"/>
                <a:cs typeface="Verdana"/>
              </a:rPr>
              <a:t>Costly</a:t>
            </a:r>
            <a:r>
              <a:rPr dirty="0" sz="1800" spc="-125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40">
                <a:solidFill>
                  <a:srgbClr val="241160"/>
                </a:solidFill>
                <a:latin typeface="Verdana"/>
                <a:cs typeface="Verdana"/>
              </a:rPr>
              <a:t>Enterprise</a:t>
            </a:r>
            <a:r>
              <a:rPr dirty="0" sz="1800" spc="-120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241160"/>
                </a:solidFill>
                <a:latin typeface="Verdana"/>
                <a:cs typeface="Verdana"/>
              </a:rPr>
              <a:t>CRM</a:t>
            </a:r>
            <a:r>
              <a:rPr dirty="0" sz="1800" spc="-180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30">
                <a:solidFill>
                  <a:srgbClr val="241160"/>
                </a:solidFill>
                <a:latin typeface="Verdana"/>
                <a:cs typeface="Verdana"/>
              </a:rPr>
              <a:t>Tools</a:t>
            </a:r>
            <a:endParaRPr sz="1800">
              <a:latin typeface="Verdana"/>
              <a:cs typeface="Verdana"/>
            </a:endParaRPr>
          </a:p>
          <a:p>
            <a:pPr marL="12700" marR="155575">
              <a:lnSpc>
                <a:spcPts val="1430"/>
              </a:lnSpc>
              <a:spcBef>
                <a:spcPts val="785"/>
              </a:spcBef>
            </a:pP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Existing</a:t>
            </a:r>
            <a:r>
              <a:rPr dirty="0" sz="1200" spc="-9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41160"/>
                </a:solidFill>
                <a:latin typeface="Tahoma"/>
                <a:cs typeface="Tahoma"/>
              </a:rPr>
              <a:t>CRM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platforms</a:t>
            </a:r>
            <a:r>
              <a:rPr dirty="0" sz="1200" spc="-9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may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41160"/>
                </a:solidFill>
                <a:latin typeface="Tahoma"/>
                <a:cs typeface="Tahoma"/>
              </a:rPr>
              <a:t>be</a:t>
            </a:r>
            <a:r>
              <a:rPr dirty="0" sz="1200" spc="-9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too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expensive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for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small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businesses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6125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 spc="-75">
                <a:solidFill>
                  <a:srgbClr val="241160"/>
                </a:solidFill>
              </a:rPr>
              <a:t>Pain</a:t>
            </a:r>
            <a:r>
              <a:rPr dirty="0" spc="-265">
                <a:solidFill>
                  <a:srgbClr val="241160"/>
                </a:solidFill>
              </a:rPr>
              <a:t> </a:t>
            </a:r>
            <a:r>
              <a:rPr dirty="0" spc="-10">
                <a:solidFill>
                  <a:srgbClr val="241160"/>
                </a:solidFill>
              </a:rPr>
              <a:t>Points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4398" y="1351529"/>
            <a:ext cx="2854960" cy="89535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800" spc="-65">
                <a:solidFill>
                  <a:srgbClr val="241160"/>
                </a:solidFill>
                <a:latin typeface="Verdana"/>
                <a:cs typeface="Verdana"/>
              </a:rPr>
              <a:t>Complex</a:t>
            </a:r>
            <a:r>
              <a:rPr dirty="0" sz="1800" spc="-140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241160"/>
                </a:solidFill>
                <a:latin typeface="Verdana"/>
                <a:cs typeface="Verdana"/>
              </a:rPr>
              <a:t>CRM</a:t>
            </a:r>
            <a:r>
              <a:rPr dirty="0" sz="1800" spc="-140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241160"/>
                </a:solidFill>
                <a:latin typeface="Verdana"/>
                <a:cs typeface="Verdana"/>
              </a:rPr>
              <a:t>Interfaces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ts val="1430"/>
              </a:lnSpc>
              <a:spcBef>
                <a:spcPts val="785"/>
              </a:spcBef>
            </a:pPr>
            <a:r>
              <a:rPr dirty="0" sz="1200" spc="-35">
                <a:solidFill>
                  <a:srgbClr val="241160"/>
                </a:solidFill>
                <a:latin typeface="Tahoma"/>
                <a:cs typeface="Tahoma"/>
              </a:rPr>
              <a:t>Traditional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41160"/>
                </a:solidFill>
                <a:latin typeface="Tahoma"/>
                <a:cs typeface="Tahoma"/>
              </a:rPr>
              <a:t>CRM</a:t>
            </a:r>
            <a:r>
              <a:rPr dirty="0" sz="1200" spc="-8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systems</a:t>
            </a:r>
            <a:r>
              <a:rPr dirty="0" sz="1200" spc="-8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41160"/>
                </a:solidFill>
                <a:latin typeface="Tahoma"/>
                <a:cs typeface="Tahoma"/>
              </a:rPr>
              <a:t>can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41160"/>
                </a:solidFill>
                <a:latin typeface="Tahoma"/>
                <a:cs typeface="Tahoma"/>
              </a:rPr>
              <a:t>be</a:t>
            </a:r>
            <a:r>
              <a:rPr dirty="0" sz="1200" spc="-8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difficult</a:t>
            </a:r>
            <a:r>
              <a:rPr dirty="0" sz="1200" spc="-8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and </a:t>
            </a: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overwhelming</a:t>
            </a:r>
            <a:r>
              <a:rPr dirty="0" sz="1200" spc="-6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41160"/>
                </a:solidFill>
                <a:latin typeface="Tahoma"/>
                <a:cs typeface="Tahoma"/>
              </a:rPr>
              <a:t>to</a:t>
            </a:r>
            <a:r>
              <a:rPr dirty="0" sz="1200" spc="-6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use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5469" y="3014967"/>
            <a:ext cx="366395" cy="366395"/>
          </a:xfrm>
          <a:custGeom>
            <a:avLst/>
            <a:gdLst/>
            <a:ahLst/>
            <a:cxnLst/>
            <a:rect l="l" t="t" r="r" b="b"/>
            <a:pathLst>
              <a:path w="366394" h="366395">
                <a:moveTo>
                  <a:pt x="243255" y="243255"/>
                </a:moveTo>
                <a:lnTo>
                  <a:pt x="226187" y="203504"/>
                </a:lnTo>
                <a:lnTo>
                  <a:pt x="191325" y="173990"/>
                </a:lnTo>
                <a:lnTo>
                  <a:pt x="175272" y="161937"/>
                </a:lnTo>
                <a:lnTo>
                  <a:pt x="161264" y="149974"/>
                </a:lnTo>
                <a:lnTo>
                  <a:pt x="151358" y="137490"/>
                </a:lnTo>
                <a:lnTo>
                  <a:pt x="147599" y="123913"/>
                </a:lnTo>
                <a:lnTo>
                  <a:pt x="150088" y="109359"/>
                </a:lnTo>
                <a:lnTo>
                  <a:pt x="157848" y="97815"/>
                </a:lnTo>
                <a:lnTo>
                  <a:pt x="169379" y="90195"/>
                </a:lnTo>
                <a:lnTo>
                  <a:pt x="183134" y="87439"/>
                </a:lnTo>
                <a:lnTo>
                  <a:pt x="196761" y="90195"/>
                </a:lnTo>
                <a:lnTo>
                  <a:pt x="208076" y="97815"/>
                </a:lnTo>
                <a:lnTo>
                  <a:pt x="215811" y="109359"/>
                </a:lnTo>
                <a:lnTo>
                  <a:pt x="218681" y="123913"/>
                </a:lnTo>
                <a:lnTo>
                  <a:pt x="218681" y="130263"/>
                </a:lnTo>
                <a:lnTo>
                  <a:pt x="224142" y="134835"/>
                </a:lnTo>
                <a:lnTo>
                  <a:pt x="237794" y="134835"/>
                </a:lnTo>
                <a:lnTo>
                  <a:pt x="242366" y="129374"/>
                </a:lnTo>
                <a:lnTo>
                  <a:pt x="242366" y="123913"/>
                </a:lnTo>
                <a:lnTo>
                  <a:pt x="238658" y="103517"/>
                </a:lnTo>
                <a:lnTo>
                  <a:pt x="228460" y="85864"/>
                </a:lnTo>
                <a:lnTo>
                  <a:pt x="213144" y="72644"/>
                </a:lnTo>
                <a:lnTo>
                  <a:pt x="194068" y="65582"/>
                </a:lnTo>
                <a:lnTo>
                  <a:pt x="194068" y="45542"/>
                </a:lnTo>
                <a:lnTo>
                  <a:pt x="188607" y="40995"/>
                </a:lnTo>
                <a:lnTo>
                  <a:pt x="183134" y="40995"/>
                </a:lnTo>
                <a:lnTo>
                  <a:pt x="177673" y="40995"/>
                </a:lnTo>
                <a:lnTo>
                  <a:pt x="171284" y="46469"/>
                </a:lnTo>
                <a:lnTo>
                  <a:pt x="171284" y="65582"/>
                </a:lnTo>
                <a:lnTo>
                  <a:pt x="152742" y="73025"/>
                </a:lnTo>
                <a:lnTo>
                  <a:pt x="137693" y="86194"/>
                </a:lnTo>
                <a:lnTo>
                  <a:pt x="127609" y="103644"/>
                </a:lnTo>
                <a:lnTo>
                  <a:pt x="123913" y="123913"/>
                </a:lnTo>
                <a:lnTo>
                  <a:pt x="128714" y="145605"/>
                </a:lnTo>
                <a:lnTo>
                  <a:pt x="141109" y="163639"/>
                </a:lnTo>
                <a:lnTo>
                  <a:pt x="158127" y="179120"/>
                </a:lnTo>
                <a:lnTo>
                  <a:pt x="176745" y="193141"/>
                </a:lnTo>
                <a:lnTo>
                  <a:pt x="192290" y="205193"/>
                </a:lnTo>
                <a:lnTo>
                  <a:pt x="206019" y="217157"/>
                </a:lnTo>
                <a:lnTo>
                  <a:pt x="215836" y="229654"/>
                </a:lnTo>
                <a:lnTo>
                  <a:pt x="219570" y="243255"/>
                </a:lnTo>
                <a:lnTo>
                  <a:pt x="216839" y="257009"/>
                </a:lnTo>
                <a:lnTo>
                  <a:pt x="209321" y="268630"/>
                </a:lnTo>
                <a:lnTo>
                  <a:pt x="198043" y="276682"/>
                </a:lnTo>
                <a:lnTo>
                  <a:pt x="184035" y="279692"/>
                </a:lnTo>
                <a:lnTo>
                  <a:pt x="170421" y="276809"/>
                </a:lnTo>
                <a:lnTo>
                  <a:pt x="159118" y="268986"/>
                </a:lnTo>
                <a:lnTo>
                  <a:pt x="151384" y="257403"/>
                </a:lnTo>
                <a:lnTo>
                  <a:pt x="148526" y="243255"/>
                </a:lnTo>
                <a:lnTo>
                  <a:pt x="148526" y="236855"/>
                </a:lnTo>
                <a:lnTo>
                  <a:pt x="143065" y="232321"/>
                </a:lnTo>
                <a:lnTo>
                  <a:pt x="129387" y="232321"/>
                </a:lnTo>
                <a:lnTo>
                  <a:pt x="124841" y="237782"/>
                </a:lnTo>
                <a:lnTo>
                  <a:pt x="124841" y="243255"/>
                </a:lnTo>
                <a:lnTo>
                  <a:pt x="128536" y="263626"/>
                </a:lnTo>
                <a:lnTo>
                  <a:pt x="138722" y="281279"/>
                </a:lnTo>
                <a:lnTo>
                  <a:pt x="154038" y="294487"/>
                </a:lnTo>
                <a:lnTo>
                  <a:pt x="173101" y="301548"/>
                </a:lnTo>
                <a:lnTo>
                  <a:pt x="173101" y="321589"/>
                </a:lnTo>
                <a:lnTo>
                  <a:pt x="178574" y="327050"/>
                </a:lnTo>
                <a:lnTo>
                  <a:pt x="189496" y="327050"/>
                </a:lnTo>
                <a:lnTo>
                  <a:pt x="195897" y="321589"/>
                </a:lnTo>
                <a:lnTo>
                  <a:pt x="195897" y="301548"/>
                </a:lnTo>
                <a:lnTo>
                  <a:pt x="214820" y="293725"/>
                </a:lnTo>
                <a:lnTo>
                  <a:pt x="229819" y="280593"/>
                </a:lnTo>
                <a:lnTo>
                  <a:pt x="239699" y="263372"/>
                </a:lnTo>
                <a:lnTo>
                  <a:pt x="243255" y="243255"/>
                </a:lnTo>
                <a:close/>
              </a:path>
              <a:path w="366394" h="366395">
                <a:moveTo>
                  <a:pt x="366242" y="183095"/>
                </a:moveTo>
                <a:lnTo>
                  <a:pt x="359702" y="134429"/>
                </a:lnTo>
                <a:lnTo>
                  <a:pt x="342557" y="93802"/>
                </a:lnTo>
                <a:lnTo>
                  <a:pt x="342557" y="183095"/>
                </a:lnTo>
                <a:lnTo>
                  <a:pt x="334378" y="233273"/>
                </a:lnTo>
                <a:lnTo>
                  <a:pt x="311632" y="277012"/>
                </a:lnTo>
                <a:lnTo>
                  <a:pt x="277037" y="311619"/>
                </a:lnTo>
                <a:lnTo>
                  <a:pt x="233299" y="334365"/>
                </a:lnTo>
                <a:lnTo>
                  <a:pt x="183134" y="342557"/>
                </a:lnTo>
                <a:lnTo>
                  <a:pt x="132969" y="334365"/>
                </a:lnTo>
                <a:lnTo>
                  <a:pt x="89217" y="311619"/>
                </a:lnTo>
                <a:lnTo>
                  <a:pt x="54622" y="277012"/>
                </a:lnTo>
                <a:lnTo>
                  <a:pt x="31877" y="233273"/>
                </a:lnTo>
                <a:lnTo>
                  <a:pt x="23685" y="183095"/>
                </a:lnTo>
                <a:lnTo>
                  <a:pt x="31877" y="132943"/>
                </a:lnTo>
                <a:lnTo>
                  <a:pt x="54622" y="89204"/>
                </a:lnTo>
                <a:lnTo>
                  <a:pt x="89217" y="54610"/>
                </a:lnTo>
                <a:lnTo>
                  <a:pt x="132969" y="31864"/>
                </a:lnTo>
                <a:lnTo>
                  <a:pt x="183134" y="23685"/>
                </a:lnTo>
                <a:lnTo>
                  <a:pt x="233299" y="31864"/>
                </a:lnTo>
                <a:lnTo>
                  <a:pt x="277037" y="54610"/>
                </a:lnTo>
                <a:lnTo>
                  <a:pt x="311632" y="89204"/>
                </a:lnTo>
                <a:lnTo>
                  <a:pt x="334378" y="132943"/>
                </a:lnTo>
                <a:lnTo>
                  <a:pt x="342557" y="183095"/>
                </a:lnTo>
                <a:lnTo>
                  <a:pt x="342557" y="93802"/>
                </a:lnTo>
                <a:lnTo>
                  <a:pt x="341249" y="90690"/>
                </a:lnTo>
                <a:lnTo>
                  <a:pt x="312610" y="53632"/>
                </a:lnTo>
                <a:lnTo>
                  <a:pt x="275551" y="24993"/>
                </a:lnTo>
                <a:lnTo>
                  <a:pt x="272440" y="23685"/>
                </a:lnTo>
                <a:lnTo>
                  <a:pt x="231813" y="6540"/>
                </a:lnTo>
                <a:lnTo>
                  <a:pt x="183134" y="0"/>
                </a:lnTo>
                <a:lnTo>
                  <a:pt x="134454" y="6540"/>
                </a:lnTo>
                <a:lnTo>
                  <a:pt x="90716" y="24993"/>
                </a:lnTo>
                <a:lnTo>
                  <a:pt x="53644" y="53632"/>
                </a:lnTo>
                <a:lnTo>
                  <a:pt x="25006" y="90690"/>
                </a:lnTo>
                <a:lnTo>
                  <a:pt x="6553" y="134429"/>
                </a:lnTo>
                <a:lnTo>
                  <a:pt x="0" y="183095"/>
                </a:lnTo>
                <a:lnTo>
                  <a:pt x="6553" y="231787"/>
                </a:lnTo>
                <a:lnTo>
                  <a:pt x="25006" y="275539"/>
                </a:lnTo>
                <a:lnTo>
                  <a:pt x="53644" y="312597"/>
                </a:lnTo>
                <a:lnTo>
                  <a:pt x="90716" y="341236"/>
                </a:lnTo>
                <a:lnTo>
                  <a:pt x="134454" y="359689"/>
                </a:lnTo>
                <a:lnTo>
                  <a:pt x="183134" y="366242"/>
                </a:lnTo>
                <a:lnTo>
                  <a:pt x="231813" y="359689"/>
                </a:lnTo>
                <a:lnTo>
                  <a:pt x="272427" y="342557"/>
                </a:lnTo>
                <a:lnTo>
                  <a:pt x="312610" y="312597"/>
                </a:lnTo>
                <a:lnTo>
                  <a:pt x="341249" y="275539"/>
                </a:lnTo>
                <a:lnTo>
                  <a:pt x="359702" y="231787"/>
                </a:lnTo>
                <a:lnTo>
                  <a:pt x="366242" y="183095"/>
                </a:lnTo>
                <a:close/>
              </a:path>
            </a:pathLst>
          </a:custGeom>
          <a:solidFill>
            <a:srgbClr val="545EE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44967" y="1508864"/>
            <a:ext cx="421005" cy="421005"/>
            <a:chOff x="744967" y="1508864"/>
            <a:chExt cx="421005" cy="421005"/>
          </a:xfrm>
        </p:grpSpPr>
        <p:sp>
          <p:nvSpPr>
            <p:cNvPr id="7" name="object 7"/>
            <p:cNvSpPr/>
            <p:nvPr/>
          </p:nvSpPr>
          <p:spPr>
            <a:xfrm>
              <a:off x="744967" y="1508864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371850" y="420723"/>
                  </a:moveTo>
                  <a:lnTo>
                    <a:pt x="61433" y="420723"/>
                  </a:lnTo>
                  <a:lnTo>
                    <a:pt x="37429" y="415926"/>
                  </a:lnTo>
                  <a:lnTo>
                    <a:pt x="17912" y="402815"/>
                  </a:lnTo>
                  <a:lnTo>
                    <a:pt x="4797" y="383309"/>
                  </a:lnTo>
                  <a:lnTo>
                    <a:pt x="0" y="359325"/>
                  </a:lnTo>
                  <a:lnTo>
                    <a:pt x="0" y="5666"/>
                  </a:lnTo>
                  <a:lnTo>
                    <a:pt x="5702" y="0"/>
                  </a:lnTo>
                  <a:lnTo>
                    <a:pt x="342288" y="0"/>
                  </a:lnTo>
                  <a:lnTo>
                    <a:pt x="347991" y="5666"/>
                  </a:lnTo>
                  <a:lnTo>
                    <a:pt x="347991" y="26132"/>
                  </a:lnTo>
                  <a:lnTo>
                    <a:pt x="23894" y="26132"/>
                  </a:lnTo>
                  <a:lnTo>
                    <a:pt x="23894" y="361599"/>
                  </a:lnTo>
                  <a:lnTo>
                    <a:pt x="26894" y="375918"/>
                  </a:lnTo>
                  <a:lnTo>
                    <a:pt x="35115" y="387466"/>
                  </a:lnTo>
                  <a:lnTo>
                    <a:pt x="47391" y="395176"/>
                  </a:lnTo>
                  <a:lnTo>
                    <a:pt x="62552" y="397983"/>
                  </a:lnTo>
                  <a:lnTo>
                    <a:pt x="411457" y="397983"/>
                  </a:lnTo>
                  <a:lnTo>
                    <a:pt x="406118" y="405942"/>
                  </a:lnTo>
                  <a:lnTo>
                    <a:pt x="390532" y="416743"/>
                  </a:lnTo>
                  <a:lnTo>
                    <a:pt x="371850" y="420723"/>
                  </a:lnTo>
                  <a:close/>
                </a:path>
                <a:path w="421005" h="421005">
                  <a:moveTo>
                    <a:pt x="373005" y="397983"/>
                  </a:moveTo>
                  <a:lnTo>
                    <a:pt x="329799" y="397983"/>
                  </a:lnTo>
                  <a:lnTo>
                    <a:pt x="325251" y="391161"/>
                  </a:lnTo>
                  <a:lnTo>
                    <a:pt x="322978" y="382065"/>
                  </a:lnTo>
                  <a:lnTo>
                    <a:pt x="322978" y="26132"/>
                  </a:lnTo>
                  <a:lnTo>
                    <a:pt x="347991" y="26132"/>
                  </a:lnTo>
                  <a:lnTo>
                    <a:pt x="347991" y="77315"/>
                  </a:lnTo>
                  <a:lnTo>
                    <a:pt x="415092" y="77315"/>
                  </a:lnTo>
                  <a:lnTo>
                    <a:pt x="420759" y="82982"/>
                  </a:lnTo>
                  <a:lnTo>
                    <a:pt x="420759" y="102329"/>
                  </a:lnTo>
                  <a:lnTo>
                    <a:pt x="349110" y="102329"/>
                  </a:lnTo>
                  <a:lnTo>
                    <a:pt x="349110" y="374124"/>
                  </a:lnTo>
                  <a:lnTo>
                    <a:pt x="351083" y="383121"/>
                  </a:lnTo>
                  <a:lnTo>
                    <a:pt x="356361" y="390737"/>
                  </a:lnTo>
                  <a:lnTo>
                    <a:pt x="363988" y="396011"/>
                  </a:lnTo>
                  <a:lnTo>
                    <a:pt x="373005" y="397983"/>
                  </a:lnTo>
                  <a:close/>
                </a:path>
                <a:path w="421005" h="421005">
                  <a:moveTo>
                    <a:pt x="411457" y="397983"/>
                  </a:moveTo>
                  <a:lnTo>
                    <a:pt x="373005" y="397983"/>
                  </a:lnTo>
                  <a:lnTo>
                    <a:pt x="382002" y="396174"/>
                  </a:lnTo>
                  <a:lnTo>
                    <a:pt x="389624" y="391161"/>
                  </a:lnTo>
                  <a:lnTo>
                    <a:pt x="394892" y="383608"/>
                  </a:lnTo>
                  <a:lnTo>
                    <a:pt x="396864" y="374124"/>
                  </a:lnTo>
                  <a:lnTo>
                    <a:pt x="398019" y="374124"/>
                  </a:lnTo>
                  <a:lnTo>
                    <a:pt x="398019" y="102329"/>
                  </a:lnTo>
                  <a:lnTo>
                    <a:pt x="420759" y="102329"/>
                  </a:lnTo>
                  <a:lnTo>
                    <a:pt x="420759" y="370695"/>
                  </a:lnTo>
                  <a:lnTo>
                    <a:pt x="416797" y="390024"/>
                  </a:lnTo>
                  <a:lnTo>
                    <a:pt x="411457" y="397983"/>
                  </a:lnTo>
                  <a:close/>
                </a:path>
              </a:pathLst>
            </a:custGeom>
            <a:solidFill>
              <a:srgbClr val="545E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876" y="1561166"/>
              <a:ext cx="250174" cy="12506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876" y="1707856"/>
              <a:ext cx="125105" cy="12506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93864" y="1708975"/>
              <a:ext cx="250190" cy="174625"/>
            </a:xfrm>
            <a:custGeom>
              <a:avLst/>
              <a:gdLst/>
              <a:ahLst/>
              <a:cxnLst/>
              <a:rect l="l" t="t" r="r" b="b"/>
              <a:pathLst>
                <a:path w="250190" h="174625">
                  <a:moveTo>
                    <a:pt x="250177" y="161493"/>
                  </a:moveTo>
                  <a:lnTo>
                    <a:pt x="247904" y="153555"/>
                  </a:lnTo>
                  <a:lnTo>
                    <a:pt x="242239" y="147853"/>
                  </a:lnTo>
                  <a:lnTo>
                    <a:pt x="12534" y="147853"/>
                  </a:lnTo>
                  <a:lnTo>
                    <a:pt x="5715" y="147853"/>
                  </a:lnTo>
                  <a:lnTo>
                    <a:pt x="0" y="153555"/>
                  </a:lnTo>
                  <a:lnTo>
                    <a:pt x="0" y="168313"/>
                  </a:lnTo>
                  <a:lnTo>
                    <a:pt x="5715" y="174015"/>
                  </a:lnTo>
                  <a:lnTo>
                    <a:pt x="244513" y="174015"/>
                  </a:lnTo>
                  <a:lnTo>
                    <a:pt x="250177" y="168313"/>
                  </a:lnTo>
                  <a:lnTo>
                    <a:pt x="250177" y="161493"/>
                  </a:lnTo>
                  <a:close/>
                </a:path>
                <a:path w="250190" h="174625">
                  <a:moveTo>
                    <a:pt x="250177" y="112585"/>
                  </a:moveTo>
                  <a:lnTo>
                    <a:pt x="247904" y="105765"/>
                  </a:lnTo>
                  <a:lnTo>
                    <a:pt x="242239" y="100101"/>
                  </a:lnTo>
                  <a:lnTo>
                    <a:pt x="162610" y="100101"/>
                  </a:lnTo>
                  <a:lnTo>
                    <a:pt x="155790" y="100101"/>
                  </a:lnTo>
                  <a:lnTo>
                    <a:pt x="150126" y="105765"/>
                  </a:lnTo>
                  <a:lnTo>
                    <a:pt x="150126" y="119405"/>
                  </a:lnTo>
                  <a:lnTo>
                    <a:pt x="155790" y="125107"/>
                  </a:lnTo>
                  <a:lnTo>
                    <a:pt x="244513" y="125107"/>
                  </a:lnTo>
                  <a:lnTo>
                    <a:pt x="250177" y="119405"/>
                  </a:lnTo>
                  <a:lnTo>
                    <a:pt x="250177" y="112585"/>
                  </a:lnTo>
                  <a:close/>
                </a:path>
                <a:path w="250190" h="174625">
                  <a:moveTo>
                    <a:pt x="250177" y="62560"/>
                  </a:moveTo>
                  <a:lnTo>
                    <a:pt x="247904" y="55740"/>
                  </a:lnTo>
                  <a:lnTo>
                    <a:pt x="242239" y="50076"/>
                  </a:lnTo>
                  <a:lnTo>
                    <a:pt x="162610" y="50076"/>
                  </a:lnTo>
                  <a:lnTo>
                    <a:pt x="155790" y="50076"/>
                  </a:lnTo>
                  <a:lnTo>
                    <a:pt x="150126" y="55740"/>
                  </a:lnTo>
                  <a:lnTo>
                    <a:pt x="150126" y="70535"/>
                  </a:lnTo>
                  <a:lnTo>
                    <a:pt x="155790" y="76200"/>
                  </a:lnTo>
                  <a:lnTo>
                    <a:pt x="244513" y="76200"/>
                  </a:lnTo>
                  <a:lnTo>
                    <a:pt x="250177" y="70535"/>
                  </a:lnTo>
                  <a:lnTo>
                    <a:pt x="250177" y="62560"/>
                  </a:lnTo>
                  <a:close/>
                </a:path>
                <a:path w="250190" h="174625">
                  <a:moveTo>
                    <a:pt x="250177" y="13652"/>
                  </a:moveTo>
                  <a:lnTo>
                    <a:pt x="247904" y="5715"/>
                  </a:lnTo>
                  <a:lnTo>
                    <a:pt x="242239" y="0"/>
                  </a:lnTo>
                  <a:lnTo>
                    <a:pt x="162610" y="0"/>
                  </a:lnTo>
                  <a:lnTo>
                    <a:pt x="155790" y="0"/>
                  </a:lnTo>
                  <a:lnTo>
                    <a:pt x="150126" y="5715"/>
                  </a:lnTo>
                  <a:lnTo>
                    <a:pt x="150126" y="20472"/>
                  </a:lnTo>
                  <a:lnTo>
                    <a:pt x="155790" y="26174"/>
                  </a:lnTo>
                  <a:lnTo>
                    <a:pt x="244513" y="26174"/>
                  </a:lnTo>
                  <a:lnTo>
                    <a:pt x="250177" y="20472"/>
                  </a:lnTo>
                  <a:lnTo>
                    <a:pt x="250177" y="13652"/>
                  </a:lnTo>
                  <a:close/>
                </a:path>
              </a:pathLst>
            </a:custGeom>
            <a:solidFill>
              <a:srgbClr val="545EE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276525" y="2741279"/>
            <a:ext cx="2894330" cy="10350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9845" marR="109220">
              <a:lnSpc>
                <a:spcPct val="100699"/>
              </a:lnSpc>
              <a:spcBef>
                <a:spcPts val="85"/>
              </a:spcBef>
            </a:pPr>
            <a:r>
              <a:rPr dirty="0" sz="1800">
                <a:solidFill>
                  <a:srgbClr val="241160"/>
                </a:solidFill>
                <a:latin typeface="Verdana"/>
                <a:cs typeface="Verdana"/>
              </a:rPr>
              <a:t>Diﬃculty</a:t>
            </a:r>
            <a:r>
              <a:rPr dirty="0" sz="1800" spc="-150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45">
                <a:solidFill>
                  <a:srgbClr val="241160"/>
                </a:solidFill>
                <a:latin typeface="Verdana"/>
                <a:cs typeface="Verdana"/>
              </a:rPr>
              <a:t>Retrieving</a:t>
            </a:r>
            <a:r>
              <a:rPr dirty="0" sz="1800" spc="-145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20">
                <a:solidFill>
                  <a:srgbClr val="241160"/>
                </a:solidFill>
                <a:latin typeface="Verdana"/>
                <a:cs typeface="Verdana"/>
              </a:rPr>
              <a:t>Past </a:t>
            </a:r>
            <a:r>
              <a:rPr dirty="0" sz="1800" spc="-10">
                <a:solidFill>
                  <a:srgbClr val="241160"/>
                </a:solidFill>
                <a:latin typeface="Verdana"/>
                <a:cs typeface="Verdana"/>
              </a:rPr>
              <a:t>Interactions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ts val="1430"/>
              </a:lnSpc>
              <a:spcBef>
                <a:spcPts val="805"/>
              </a:spcBef>
            </a:pPr>
            <a:r>
              <a:rPr dirty="0" sz="1200" spc="-35">
                <a:solidFill>
                  <a:srgbClr val="241160"/>
                </a:solidFill>
                <a:latin typeface="Tahoma"/>
                <a:cs typeface="Tahoma"/>
              </a:rPr>
              <a:t>Searching</a:t>
            </a:r>
            <a:r>
              <a:rPr dirty="0" sz="1200" spc="-6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41160"/>
                </a:solidFill>
                <a:latin typeface="Tahoma"/>
                <a:cs typeface="Tahoma"/>
              </a:rPr>
              <a:t>through</a:t>
            </a:r>
            <a:r>
              <a:rPr dirty="0" sz="1200" spc="-6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previous</a:t>
            </a:r>
            <a:r>
              <a:rPr dirty="0" sz="1200" spc="-5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calls,</a:t>
            </a:r>
            <a:r>
              <a:rPr dirty="0" sz="1200" spc="-6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emails,</a:t>
            </a:r>
            <a:r>
              <a:rPr dirty="0" sz="1200" spc="-5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and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notes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41160"/>
                </a:solidFill>
                <a:latin typeface="Tahoma"/>
                <a:cs typeface="Tahoma"/>
              </a:rPr>
              <a:t>is</a:t>
            </a:r>
            <a:r>
              <a:rPr dirty="0" sz="1200" spc="-9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41160"/>
                </a:solidFill>
                <a:latin typeface="Tahoma"/>
                <a:cs typeface="Tahoma"/>
              </a:rPr>
              <a:t>time-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consuming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55308" y="3014976"/>
            <a:ext cx="422275" cy="424180"/>
            <a:chOff x="4755308" y="3014976"/>
            <a:chExt cx="422275" cy="424180"/>
          </a:xfrm>
        </p:grpSpPr>
        <p:sp>
          <p:nvSpPr>
            <p:cNvPr id="13" name="object 13"/>
            <p:cNvSpPr/>
            <p:nvPr/>
          </p:nvSpPr>
          <p:spPr>
            <a:xfrm>
              <a:off x="4755308" y="3014976"/>
              <a:ext cx="422275" cy="424180"/>
            </a:xfrm>
            <a:custGeom>
              <a:avLst/>
              <a:gdLst/>
              <a:ahLst/>
              <a:cxnLst/>
              <a:rect l="l" t="t" r="r" b="b"/>
              <a:pathLst>
                <a:path w="422275" h="424179">
                  <a:moveTo>
                    <a:pt x="167377" y="271631"/>
                  </a:moveTo>
                  <a:lnTo>
                    <a:pt x="135251" y="271631"/>
                  </a:lnTo>
                  <a:lnTo>
                    <a:pt x="160464" y="245290"/>
                  </a:lnTo>
                  <a:lnTo>
                    <a:pt x="145247" y="224927"/>
                  </a:lnTo>
                  <a:lnTo>
                    <a:pt x="134115" y="201872"/>
                  </a:lnTo>
                  <a:lnTo>
                    <a:pt x="127280" y="176451"/>
                  </a:lnTo>
                  <a:lnTo>
                    <a:pt x="124955" y="148986"/>
                  </a:lnTo>
                  <a:lnTo>
                    <a:pt x="132528" y="102252"/>
                  </a:lnTo>
                  <a:lnTo>
                    <a:pt x="153719" y="61313"/>
                  </a:lnTo>
                  <a:lnTo>
                    <a:pt x="185852" y="29013"/>
                  </a:lnTo>
                  <a:lnTo>
                    <a:pt x="226976" y="7573"/>
                  </a:lnTo>
                  <a:lnTo>
                    <a:pt x="227447" y="7573"/>
                  </a:lnTo>
                  <a:lnTo>
                    <a:pt x="273942" y="0"/>
                  </a:lnTo>
                  <a:lnTo>
                    <a:pt x="320684" y="7573"/>
                  </a:lnTo>
                  <a:lnTo>
                    <a:pt x="354785" y="25212"/>
                  </a:lnTo>
                  <a:lnTo>
                    <a:pt x="273942" y="25212"/>
                  </a:lnTo>
                  <a:lnTo>
                    <a:pt x="225411" y="34882"/>
                  </a:lnTo>
                  <a:lnTo>
                    <a:pt x="185687" y="61313"/>
                  </a:lnTo>
                  <a:lnTo>
                    <a:pt x="158856" y="100637"/>
                  </a:lnTo>
                  <a:lnTo>
                    <a:pt x="149004" y="148986"/>
                  </a:lnTo>
                  <a:lnTo>
                    <a:pt x="158856" y="197532"/>
                  </a:lnTo>
                  <a:lnTo>
                    <a:pt x="185687" y="237254"/>
                  </a:lnTo>
                  <a:lnTo>
                    <a:pt x="223021" y="262463"/>
                  </a:lnTo>
                  <a:lnTo>
                    <a:pt x="176546" y="262463"/>
                  </a:lnTo>
                  <a:lnTo>
                    <a:pt x="167377" y="271631"/>
                  </a:lnTo>
                  <a:close/>
                </a:path>
                <a:path w="422275" h="424179">
                  <a:moveTo>
                    <a:pt x="351457" y="273923"/>
                  </a:moveTo>
                  <a:lnTo>
                    <a:pt x="273942" y="273923"/>
                  </a:lnTo>
                  <a:lnTo>
                    <a:pt x="322488" y="264077"/>
                  </a:lnTo>
                  <a:lnTo>
                    <a:pt x="362210" y="237254"/>
                  </a:lnTo>
                  <a:lnTo>
                    <a:pt x="389033" y="197532"/>
                  </a:lnTo>
                  <a:lnTo>
                    <a:pt x="398879" y="148986"/>
                  </a:lnTo>
                  <a:lnTo>
                    <a:pt x="389033" y="100637"/>
                  </a:lnTo>
                  <a:lnTo>
                    <a:pt x="362210" y="61313"/>
                  </a:lnTo>
                  <a:lnTo>
                    <a:pt x="322488" y="34882"/>
                  </a:lnTo>
                  <a:lnTo>
                    <a:pt x="273942" y="25212"/>
                  </a:lnTo>
                  <a:lnTo>
                    <a:pt x="354785" y="25212"/>
                  </a:lnTo>
                  <a:lnTo>
                    <a:pt x="361485" y="28678"/>
                  </a:lnTo>
                  <a:lnTo>
                    <a:pt x="393704" y="60896"/>
                  </a:lnTo>
                  <a:lnTo>
                    <a:pt x="414702" y="101805"/>
                  </a:lnTo>
                  <a:lnTo>
                    <a:pt x="421837" y="148986"/>
                  </a:lnTo>
                  <a:lnTo>
                    <a:pt x="414260" y="195737"/>
                  </a:lnTo>
                  <a:lnTo>
                    <a:pt x="393145" y="236601"/>
                  </a:lnTo>
                  <a:lnTo>
                    <a:pt x="360917" y="268992"/>
                  </a:lnTo>
                  <a:lnTo>
                    <a:pt x="351457" y="273923"/>
                  </a:lnTo>
                  <a:close/>
                </a:path>
                <a:path w="422275" h="424179">
                  <a:moveTo>
                    <a:pt x="272814" y="298008"/>
                  </a:moveTo>
                  <a:lnTo>
                    <a:pt x="246480" y="295519"/>
                  </a:lnTo>
                  <a:lnTo>
                    <a:pt x="221228" y="288408"/>
                  </a:lnTo>
                  <a:lnTo>
                    <a:pt x="197701" y="277211"/>
                  </a:lnTo>
                  <a:lnTo>
                    <a:pt x="176546" y="262463"/>
                  </a:lnTo>
                  <a:lnTo>
                    <a:pt x="223021" y="262463"/>
                  </a:lnTo>
                  <a:lnTo>
                    <a:pt x="225411" y="264077"/>
                  </a:lnTo>
                  <a:lnTo>
                    <a:pt x="273942" y="273923"/>
                  </a:lnTo>
                  <a:lnTo>
                    <a:pt x="351457" y="273923"/>
                  </a:lnTo>
                  <a:lnTo>
                    <a:pt x="319998" y="290323"/>
                  </a:lnTo>
                  <a:lnTo>
                    <a:pt x="272814" y="298008"/>
                  </a:lnTo>
                  <a:close/>
                </a:path>
                <a:path w="422275" h="424179">
                  <a:moveTo>
                    <a:pt x="36691" y="424110"/>
                  </a:moveTo>
                  <a:lnTo>
                    <a:pt x="2578" y="400524"/>
                  </a:lnTo>
                  <a:lnTo>
                    <a:pt x="0" y="386259"/>
                  </a:lnTo>
                  <a:lnTo>
                    <a:pt x="2578" y="372001"/>
                  </a:lnTo>
                  <a:lnTo>
                    <a:pt x="91701" y="278507"/>
                  </a:lnTo>
                  <a:lnTo>
                    <a:pt x="118152" y="267265"/>
                  </a:lnTo>
                  <a:lnTo>
                    <a:pt x="123900" y="267265"/>
                  </a:lnTo>
                  <a:lnTo>
                    <a:pt x="129758" y="268684"/>
                  </a:lnTo>
                  <a:lnTo>
                    <a:pt x="135251" y="271631"/>
                  </a:lnTo>
                  <a:lnTo>
                    <a:pt x="167377" y="271631"/>
                  </a:lnTo>
                  <a:lnTo>
                    <a:pt x="151296" y="287712"/>
                  </a:lnTo>
                  <a:lnTo>
                    <a:pt x="152920" y="293424"/>
                  </a:lnTo>
                  <a:lnTo>
                    <a:pt x="114623" y="293424"/>
                  </a:lnTo>
                  <a:lnTo>
                    <a:pt x="111203" y="294588"/>
                  </a:lnTo>
                  <a:lnTo>
                    <a:pt x="22939" y="382816"/>
                  </a:lnTo>
                  <a:lnTo>
                    <a:pt x="22939" y="390856"/>
                  </a:lnTo>
                  <a:lnTo>
                    <a:pt x="29815" y="397733"/>
                  </a:lnTo>
                  <a:lnTo>
                    <a:pt x="32980" y="398861"/>
                  </a:lnTo>
                  <a:lnTo>
                    <a:pt x="75693" y="398861"/>
                  </a:lnTo>
                  <a:lnTo>
                    <a:pt x="61904" y="412650"/>
                  </a:lnTo>
                  <a:lnTo>
                    <a:pt x="56353" y="417341"/>
                  </a:lnTo>
                  <a:lnTo>
                    <a:pt x="50157" y="420958"/>
                  </a:lnTo>
                  <a:lnTo>
                    <a:pt x="43532" y="423286"/>
                  </a:lnTo>
                  <a:lnTo>
                    <a:pt x="36691" y="424110"/>
                  </a:lnTo>
                  <a:close/>
                </a:path>
                <a:path w="422275" h="424179">
                  <a:moveTo>
                    <a:pt x="75693" y="398861"/>
                  </a:moveTo>
                  <a:lnTo>
                    <a:pt x="39275" y="398861"/>
                  </a:lnTo>
                  <a:lnTo>
                    <a:pt x="42403" y="397733"/>
                  </a:lnTo>
                  <a:lnTo>
                    <a:pt x="130667" y="309469"/>
                  </a:lnTo>
                  <a:lnTo>
                    <a:pt x="130667" y="301465"/>
                  </a:lnTo>
                  <a:lnTo>
                    <a:pt x="126083" y="296881"/>
                  </a:lnTo>
                  <a:lnTo>
                    <a:pt x="124373" y="294588"/>
                  </a:lnTo>
                  <a:lnTo>
                    <a:pt x="121208" y="293424"/>
                  </a:lnTo>
                  <a:lnTo>
                    <a:pt x="152920" y="293424"/>
                  </a:lnTo>
                  <a:lnTo>
                    <a:pt x="154558" y="299183"/>
                  </a:lnTo>
                  <a:lnTo>
                    <a:pt x="154214" y="309469"/>
                  </a:lnTo>
                  <a:lnTo>
                    <a:pt x="154170" y="310770"/>
                  </a:lnTo>
                  <a:lnTo>
                    <a:pt x="150345" y="321715"/>
                  </a:lnTo>
                  <a:lnTo>
                    <a:pt x="143292" y="331262"/>
                  </a:lnTo>
                  <a:lnTo>
                    <a:pt x="75693" y="398861"/>
                  </a:lnTo>
                  <a:close/>
                </a:path>
              </a:pathLst>
            </a:custGeom>
            <a:solidFill>
              <a:srgbClr val="545E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4775" y="3064274"/>
              <a:ext cx="150150" cy="1741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294116" y="1337610"/>
            <a:ext cx="2580640" cy="89535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800" spc="-35">
                <a:solidFill>
                  <a:srgbClr val="241160"/>
                </a:solidFill>
                <a:latin typeface="Verdana"/>
                <a:cs typeface="Verdana"/>
              </a:rPr>
              <a:t>Manual</a:t>
            </a:r>
            <a:r>
              <a:rPr dirty="0" sz="1800" spc="-130">
                <a:solidFill>
                  <a:srgbClr val="24116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241160"/>
                </a:solidFill>
                <a:latin typeface="Verdana"/>
                <a:cs typeface="Verdana"/>
              </a:rPr>
              <a:t>Reporting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ts val="1430"/>
              </a:lnSpc>
              <a:spcBef>
                <a:spcPts val="785"/>
              </a:spcBef>
            </a:pP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Preparing</a:t>
            </a:r>
            <a:r>
              <a:rPr dirty="0" sz="1200" spc="-7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sales</a:t>
            </a:r>
            <a:r>
              <a:rPr dirty="0" sz="1200" spc="-6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reports</a:t>
            </a:r>
            <a:r>
              <a:rPr dirty="0" sz="1200" spc="-6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manually</a:t>
            </a:r>
            <a:r>
              <a:rPr dirty="0" sz="1200" spc="-65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delays </a:t>
            </a:r>
            <a:r>
              <a:rPr dirty="0" sz="1200" spc="-20">
                <a:solidFill>
                  <a:srgbClr val="241160"/>
                </a:solidFill>
                <a:latin typeface="Tahoma"/>
                <a:cs typeface="Tahoma"/>
              </a:rPr>
              <a:t>insights</a:t>
            </a:r>
            <a:r>
              <a:rPr dirty="0" sz="1200" spc="-30">
                <a:solidFill>
                  <a:srgbClr val="241160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41160"/>
                </a:solidFill>
                <a:latin typeface="Tahoma"/>
                <a:cs typeface="Tahoma"/>
              </a:rPr>
              <a:t>and</a:t>
            </a:r>
            <a:r>
              <a:rPr dirty="0" sz="1200" spc="-25">
                <a:solidFill>
                  <a:srgbClr val="241160"/>
                </a:solidFill>
                <a:latin typeface="Tahoma"/>
                <a:cs typeface="Tahoma"/>
              </a:rPr>
              <a:t> decision-</a:t>
            </a:r>
            <a:r>
              <a:rPr dirty="0" sz="1200" spc="-10">
                <a:solidFill>
                  <a:srgbClr val="241160"/>
                </a:solidFill>
                <a:latin typeface="Tahoma"/>
                <a:cs typeface="Tahoma"/>
              </a:rPr>
              <a:t>making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51857" y="1506372"/>
            <a:ext cx="421640" cy="421005"/>
          </a:xfrm>
          <a:custGeom>
            <a:avLst/>
            <a:gdLst/>
            <a:ahLst/>
            <a:cxnLst/>
            <a:rect l="l" t="t" r="r" b="b"/>
            <a:pathLst>
              <a:path w="421639" h="421005">
                <a:moveTo>
                  <a:pt x="222885" y="103492"/>
                </a:moveTo>
                <a:lnTo>
                  <a:pt x="217220" y="97790"/>
                </a:lnTo>
                <a:lnTo>
                  <a:pt x="136474" y="97790"/>
                </a:lnTo>
                <a:lnTo>
                  <a:pt x="128498" y="97790"/>
                </a:lnTo>
                <a:lnTo>
                  <a:pt x="122821" y="103492"/>
                </a:lnTo>
                <a:lnTo>
                  <a:pt x="122821" y="117132"/>
                </a:lnTo>
                <a:lnTo>
                  <a:pt x="128498" y="122796"/>
                </a:lnTo>
                <a:lnTo>
                  <a:pt x="217220" y="122796"/>
                </a:lnTo>
                <a:lnTo>
                  <a:pt x="222885" y="117132"/>
                </a:lnTo>
                <a:lnTo>
                  <a:pt x="222885" y="103492"/>
                </a:lnTo>
                <a:close/>
              </a:path>
              <a:path w="421639" h="421005">
                <a:moveTo>
                  <a:pt x="421627" y="124523"/>
                </a:moveTo>
                <a:lnTo>
                  <a:pt x="417995" y="106108"/>
                </a:lnTo>
                <a:lnTo>
                  <a:pt x="413943" y="100063"/>
                </a:lnTo>
                <a:lnTo>
                  <a:pt x="407111" y="89839"/>
                </a:lnTo>
                <a:lnTo>
                  <a:pt x="399326" y="83502"/>
                </a:lnTo>
                <a:lnTo>
                  <a:pt x="396722" y="82143"/>
                </a:lnTo>
                <a:lnTo>
                  <a:pt x="396722" y="124802"/>
                </a:lnTo>
                <a:lnTo>
                  <a:pt x="394677" y="133769"/>
                </a:lnTo>
                <a:lnTo>
                  <a:pt x="388924" y="141033"/>
                </a:lnTo>
                <a:lnTo>
                  <a:pt x="367296" y="162610"/>
                </a:lnTo>
                <a:lnTo>
                  <a:pt x="350266" y="145580"/>
                </a:lnTo>
                <a:lnTo>
                  <a:pt x="349110" y="144424"/>
                </a:lnTo>
                <a:lnTo>
                  <a:pt x="349110" y="179679"/>
                </a:lnTo>
                <a:lnTo>
                  <a:pt x="316280" y="214325"/>
                </a:lnTo>
                <a:lnTo>
                  <a:pt x="299072" y="231902"/>
                </a:lnTo>
                <a:lnTo>
                  <a:pt x="299072" y="270649"/>
                </a:lnTo>
                <a:lnTo>
                  <a:pt x="299072" y="385495"/>
                </a:lnTo>
                <a:lnTo>
                  <a:pt x="297954" y="391198"/>
                </a:lnTo>
                <a:lnTo>
                  <a:pt x="292252" y="396862"/>
                </a:lnTo>
                <a:lnTo>
                  <a:pt x="30708" y="396862"/>
                </a:lnTo>
                <a:lnTo>
                  <a:pt x="25006" y="391198"/>
                </a:lnTo>
                <a:lnTo>
                  <a:pt x="25006" y="98945"/>
                </a:lnTo>
                <a:lnTo>
                  <a:pt x="93268" y="98945"/>
                </a:lnTo>
                <a:lnTo>
                  <a:pt x="98933" y="93243"/>
                </a:lnTo>
                <a:lnTo>
                  <a:pt x="98933" y="72771"/>
                </a:lnTo>
                <a:lnTo>
                  <a:pt x="98933" y="42087"/>
                </a:lnTo>
                <a:lnTo>
                  <a:pt x="98933" y="25019"/>
                </a:lnTo>
                <a:lnTo>
                  <a:pt x="292252" y="25019"/>
                </a:lnTo>
                <a:lnTo>
                  <a:pt x="297954" y="30721"/>
                </a:lnTo>
                <a:lnTo>
                  <a:pt x="297954" y="129616"/>
                </a:lnTo>
                <a:lnTo>
                  <a:pt x="269519" y="158064"/>
                </a:lnTo>
                <a:lnTo>
                  <a:pt x="268363" y="154673"/>
                </a:lnTo>
                <a:lnTo>
                  <a:pt x="263817" y="150126"/>
                </a:lnTo>
                <a:lnTo>
                  <a:pt x="54571" y="150126"/>
                </a:lnTo>
                <a:lnTo>
                  <a:pt x="50025" y="155790"/>
                </a:lnTo>
                <a:lnTo>
                  <a:pt x="50025" y="169430"/>
                </a:lnTo>
                <a:lnTo>
                  <a:pt x="54571" y="175133"/>
                </a:lnTo>
                <a:lnTo>
                  <a:pt x="252437" y="175133"/>
                </a:lnTo>
                <a:lnTo>
                  <a:pt x="228587" y="200152"/>
                </a:lnTo>
                <a:lnTo>
                  <a:pt x="54571" y="200152"/>
                </a:lnTo>
                <a:lnTo>
                  <a:pt x="48907" y="205816"/>
                </a:lnTo>
                <a:lnTo>
                  <a:pt x="48907" y="219456"/>
                </a:lnTo>
                <a:lnTo>
                  <a:pt x="54571" y="225171"/>
                </a:lnTo>
                <a:lnTo>
                  <a:pt x="202412" y="225171"/>
                </a:lnTo>
                <a:lnTo>
                  <a:pt x="178562" y="249059"/>
                </a:lnTo>
                <a:lnTo>
                  <a:pt x="54571" y="249059"/>
                </a:lnTo>
                <a:lnTo>
                  <a:pt x="48907" y="254723"/>
                </a:lnTo>
                <a:lnTo>
                  <a:pt x="48907" y="269519"/>
                </a:lnTo>
                <a:lnTo>
                  <a:pt x="54571" y="275196"/>
                </a:lnTo>
                <a:lnTo>
                  <a:pt x="154660" y="275196"/>
                </a:lnTo>
                <a:lnTo>
                  <a:pt x="151231" y="277469"/>
                </a:lnTo>
                <a:lnTo>
                  <a:pt x="150114" y="279742"/>
                </a:lnTo>
                <a:lnTo>
                  <a:pt x="148958" y="282016"/>
                </a:lnTo>
                <a:lnTo>
                  <a:pt x="143294" y="299085"/>
                </a:lnTo>
                <a:lnTo>
                  <a:pt x="54571" y="299085"/>
                </a:lnTo>
                <a:lnTo>
                  <a:pt x="48907" y="304749"/>
                </a:lnTo>
                <a:lnTo>
                  <a:pt x="48907" y="319557"/>
                </a:lnTo>
                <a:lnTo>
                  <a:pt x="54571" y="325221"/>
                </a:lnTo>
                <a:lnTo>
                  <a:pt x="134200" y="325221"/>
                </a:lnTo>
                <a:lnTo>
                  <a:pt x="125095" y="357060"/>
                </a:lnTo>
                <a:lnTo>
                  <a:pt x="122174" y="365823"/>
                </a:lnTo>
                <a:lnTo>
                  <a:pt x="128384" y="373735"/>
                </a:lnTo>
                <a:lnTo>
                  <a:pt x="137223" y="373735"/>
                </a:lnTo>
                <a:lnTo>
                  <a:pt x="138569" y="373481"/>
                </a:lnTo>
                <a:lnTo>
                  <a:pt x="139865" y="373011"/>
                </a:lnTo>
                <a:lnTo>
                  <a:pt x="217220" y="350227"/>
                </a:lnTo>
                <a:lnTo>
                  <a:pt x="218338" y="350227"/>
                </a:lnTo>
                <a:lnTo>
                  <a:pt x="221767" y="349110"/>
                </a:lnTo>
                <a:lnTo>
                  <a:pt x="230708" y="340017"/>
                </a:lnTo>
                <a:lnTo>
                  <a:pt x="250875" y="319557"/>
                </a:lnTo>
                <a:lnTo>
                  <a:pt x="299072" y="270649"/>
                </a:lnTo>
                <a:lnTo>
                  <a:pt x="299072" y="231902"/>
                </a:lnTo>
                <a:lnTo>
                  <a:pt x="280885" y="250456"/>
                </a:lnTo>
                <a:lnTo>
                  <a:pt x="212661" y="319557"/>
                </a:lnTo>
                <a:lnTo>
                  <a:pt x="201650" y="308178"/>
                </a:lnTo>
                <a:lnTo>
                  <a:pt x="188772" y="294906"/>
                </a:lnTo>
                <a:lnTo>
                  <a:pt x="188772" y="330923"/>
                </a:lnTo>
                <a:lnTo>
                  <a:pt x="154660" y="340017"/>
                </a:lnTo>
                <a:lnTo>
                  <a:pt x="156921" y="333121"/>
                </a:lnTo>
                <a:lnTo>
                  <a:pt x="159918" y="324104"/>
                </a:lnTo>
                <a:lnTo>
                  <a:pt x="163131" y="315074"/>
                </a:lnTo>
                <a:lnTo>
                  <a:pt x="166027" y="308178"/>
                </a:lnTo>
                <a:lnTo>
                  <a:pt x="188772" y="330923"/>
                </a:lnTo>
                <a:lnTo>
                  <a:pt x="188772" y="294906"/>
                </a:lnTo>
                <a:lnTo>
                  <a:pt x="177406" y="283171"/>
                </a:lnTo>
                <a:lnTo>
                  <a:pt x="302501" y="158064"/>
                </a:lnTo>
                <a:lnTo>
                  <a:pt x="314998" y="145580"/>
                </a:lnTo>
                <a:lnTo>
                  <a:pt x="349110" y="179679"/>
                </a:lnTo>
                <a:lnTo>
                  <a:pt x="349110" y="144424"/>
                </a:lnTo>
                <a:lnTo>
                  <a:pt x="356069" y="105765"/>
                </a:lnTo>
                <a:lnTo>
                  <a:pt x="366471" y="100063"/>
                </a:lnTo>
                <a:lnTo>
                  <a:pt x="379247" y="100063"/>
                </a:lnTo>
                <a:lnTo>
                  <a:pt x="385495" y="102336"/>
                </a:lnTo>
                <a:lnTo>
                  <a:pt x="390042" y="106883"/>
                </a:lnTo>
                <a:lnTo>
                  <a:pt x="395135" y="115417"/>
                </a:lnTo>
                <a:lnTo>
                  <a:pt x="396722" y="124802"/>
                </a:lnTo>
                <a:lnTo>
                  <a:pt x="396722" y="82143"/>
                </a:lnTo>
                <a:lnTo>
                  <a:pt x="390677" y="78955"/>
                </a:lnTo>
                <a:lnTo>
                  <a:pt x="381330" y="76200"/>
                </a:lnTo>
                <a:lnTo>
                  <a:pt x="381038" y="76200"/>
                </a:lnTo>
                <a:lnTo>
                  <a:pt x="371995" y="75336"/>
                </a:lnTo>
                <a:lnTo>
                  <a:pt x="363004" y="76200"/>
                </a:lnTo>
                <a:lnTo>
                  <a:pt x="362724" y="76200"/>
                </a:lnTo>
                <a:lnTo>
                  <a:pt x="353542" y="78955"/>
                </a:lnTo>
                <a:lnTo>
                  <a:pt x="345147" y="83502"/>
                </a:lnTo>
                <a:lnTo>
                  <a:pt x="337731" y="89839"/>
                </a:lnTo>
                <a:lnTo>
                  <a:pt x="321818" y="105765"/>
                </a:lnTo>
                <a:lnTo>
                  <a:pt x="321818" y="37541"/>
                </a:lnTo>
                <a:lnTo>
                  <a:pt x="319252" y="25019"/>
                </a:lnTo>
                <a:lnTo>
                  <a:pt x="318858" y="23037"/>
                </a:lnTo>
                <a:lnTo>
                  <a:pt x="310883" y="11099"/>
                </a:lnTo>
                <a:lnTo>
                  <a:pt x="299275" y="2997"/>
                </a:lnTo>
                <a:lnTo>
                  <a:pt x="285432" y="0"/>
                </a:lnTo>
                <a:lnTo>
                  <a:pt x="80733" y="0"/>
                </a:lnTo>
                <a:lnTo>
                  <a:pt x="77343" y="2273"/>
                </a:lnTo>
                <a:lnTo>
                  <a:pt x="76187" y="4546"/>
                </a:lnTo>
                <a:lnTo>
                  <a:pt x="73914" y="6858"/>
                </a:lnTo>
                <a:lnTo>
                  <a:pt x="73914" y="42087"/>
                </a:lnTo>
                <a:lnTo>
                  <a:pt x="73914" y="72771"/>
                </a:lnTo>
                <a:lnTo>
                  <a:pt x="42087" y="72771"/>
                </a:lnTo>
                <a:lnTo>
                  <a:pt x="73914" y="42087"/>
                </a:lnTo>
                <a:lnTo>
                  <a:pt x="73914" y="6858"/>
                </a:lnTo>
                <a:lnTo>
                  <a:pt x="5702" y="76200"/>
                </a:lnTo>
                <a:lnTo>
                  <a:pt x="2273" y="78473"/>
                </a:lnTo>
                <a:lnTo>
                  <a:pt x="0" y="81864"/>
                </a:lnTo>
                <a:lnTo>
                  <a:pt x="0" y="384378"/>
                </a:lnTo>
                <a:lnTo>
                  <a:pt x="2959" y="398703"/>
                </a:lnTo>
                <a:lnTo>
                  <a:pt x="10947" y="410248"/>
                </a:lnTo>
                <a:lnTo>
                  <a:pt x="22542" y="417957"/>
                </a:lnTo>
                <a:lnTo>
                  <a:pt x="36372" y="420763"/>
                </a:lnTo>
                <a:lnTo>
                  <a:pt x="285432" y="420763"/>
                </a:lnTo>
                <a:lnTo>
                  <a:pt x="299275" y="417957"/>
                </a:lnTo>
                <a:lnTo>
                  <a:pt x="310883" y="410248"/>
                </a:lnTo>
                <a:lnTo>
                  <a:pt x="318858" y="398703"/>
                </a:lnTo>
                <a:lnTo>
                  <a:pt x="319227" y="396862"/>
                </a:lnTo>
                <a:lnTo>
                  <a:pt x="321818" y="384378"/>
                </a:lnTo>
                <a:lnTo>
                  <a:pt x="321818" y="270649"/>
                </a:lnTo>
                <a:lnTo>
                  <a:pt x="321818" y="244475"/>
                </a:lnTo>
                <a:lnTo>
                  <a:pt x="403720" y="162610"/>
                </a:lnTo>
                <a:lnTo>
                  <a:pt x="407111" y="159219"/>
                </a:lnTo>
                <a:lnTo>
                  <a:pt x="417995" y="142938"/>
                </a:lnTo>
                <a:lnTo>
                  <a:pt x="421627" y="124523"/>
                </a:lnTo>
                <a:close/>
              </a:path>
            </a:pathLst>
          </a:custGeom>
          <a:solidFill>
            <a:srgbClr val="545EE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00" y="1023302"/>
            <a:ext cx="7965224" cy="3615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024" y="268259"/>
            <a:ext cx="527939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Proposed</a:t>
            </a:r>
            <a:r>
              <a:rPr dirty="0" spc="-155"/>
              <a:t> </a:t>
            </a:r>
            <a:r>
              <a:rPr dirty="0" spc="-45"/>
              <a:t>Solution-</a:t>
            </a:r>
            <a:r>
              <a:rPr dirty="0" spc="-60"/>
              <a:t>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43723"/>
            <a:ext cx="2940851" cy="40997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6670" y="3"/>
            <a:ext cx="3237334" cy="237907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01300" y="1305925"/>
            <a:ext cx="8343265" cy="3837940"/>
            <a:chOff x="801300" y="1305925"/>
            <a:chExt cx="8343265" cy="3837940"/>
          </a:xfrm>
        </p:grpSpPr>
        <p:sp>
          <p:nvSpPr>
            <p:cNvPr id="5" name="object 5"/>
            <p:cNvSpPr/>
            <p:nvPr/>
          </p:nvSpPr>
          <p:spPr>
            <a:xfrm>
              <a:off x="6171438" y="4061840"/>
              <a:ext cx="2973070" cy="1082040"/>
            </a:xfrm>
            <a:custGeom>
              <a:avLst/>
              <a:gdLst/>
              <a:ahLst/>
              <a:cxnLst/>
              <a:rect l="l" t="t" r="r" b="b"/>
              <a:pathLst>
                <a:path w="2973070" h="1082039">
                  <a:moveTo>
                    <a:pt x="2484018" y="21882"/>
                  </a:moveTo>
                  <a:lnTo>
                    <a:pt x="2458275" y="0"/>
                  </a:lnTo>
                  <a:lnTo>
                    <a:pt x="2453741" y="1016"/>
                  </a:lnTo>
                  <a:lnTo>
                    <a:pt x="2449614" y="3505"/>
                  </a:lnTo>
                  <a:lnTo>
                    <a:pt x="2443670" y="7099"/>
                  </a:lnTo>
                  <a:lnTo>
                    <a:pt x="2440190" y="13068"/>
                  </a:lnTo>
                  <a:lnTo>
                    <a:pt x="2439301" y="19431"/>
                  </a:lnTo>
                  <a:lnTo>
                    <a:pt x="1865007" y="28956"/>
                  </a:lnTo>
                  <a:lnTo>
                    <a:pt x="1840623" y="11036"/>
                  </a:lnTo>
                  <a:lnTo>
                    <a:pt x="1836039" y="12039"/>
                  </a:lnTo>
                  <a:lnTo>
                    <a:pt x="1831936" y="14541"/>
                  </a:lnTo>
                  <a:lnTo>
                    <a:pt x="1826856" y="17614"/>
                  </a:lnTo>
                  <a:lnTo>
                    <a:pt x="1823313" y="22466"/>
                  </a:lnTo>
                  <a:lnTo>
                    <a:pt x="1821929" y="28194"/>
                  </a:lnTo>
                  <a:lnTo>
                    <a:pt x="1820532" y="33909"/>
                  </a:lnTo>
                  <a:lnTo>
                    <a:pt x="1821446" y="39712"/>
                  </a:lnTo>
                  <a:lnTo>
                    <a:pt x="1824405" y="44754"/>
                  </a:lnTo>
                  <a:lnTo>
                    <a:pt x="1306703" y="444017"/>
                  </a:lnTo>
                  <a:lnTo>
                    <a:pt x="1283970" y="430987"/>
                  </a:lnTo>
                  <a:lnTo>
                    <a:pt x="1279410" y="431990"/>
                  </a:lnTo>
                  <a:lnTo>
                    <a:pt x="1275283" y="434492"/>
                  </a:lnTo>
                  <a:lnTo>
                    <a:pt x="1269187" y="439978"/>
                  </a:lnTo>
                  <a:lnTo>
                    <a:pt x="1265643" y="447052"/>
                  </a:lnTo>
                  <a:lnTo>
                    <a:pt x="1264805" y="454914"/>
                  </a:lnTo>
                  <a:lnTo>
                    <a:pt x="1266850" y="462762"/>
                  </a:lnTo>
                  <a:lnTo>
                    <a:pt x="43230" y="848906"/>
                  </a:lnTo>
                  <a:lnTo>
                    <a:pt x="42710" y="846836"/>
                  </a:lnTo>
                  <a:lnTo>
                    <a:pt x="41935" y="844778"/>
                  </a:lnTo>
                  <a:lnTo>
                    <a:pt x="40792" y="842937"/>
                  </a:lnTo>
                  <a:lnTo>
                    <a:pt x="37693" y="837857"/>
                  </a:lnTo>
                  <a:lnTo>
                    <a:pt x="18935" y="831977"/>
                  </a:lnTo>
                  <a:lnTo>
                    <a:pt x="14389" y="833031"/>
                  </a:lnTo>
                  <a:lnTo>
                    <a:pt x="10401" y="835469"/>
                  </a:lnTo>
                  <a:lnTo>
                    <a:pt x="3962" y="841438"/>
                  </a:lnTo>
                  <a:lnTo>
                    <a:pt x="406" y="849160"/>
                  </a:lnTo>
                  <a:lnTo>
                    <a:pt x="0" y="857631"/>
                  </a:lnTo>
                  <a:lnTo>
                    <a:pt x="2971" y="865886"/>
                  </a:lnTo>
                  <a:lnTo>
                    <a:pt x="20294" y="876477"/>
                  </a:lnTo>
                  <a:lnTo>
                    <a:pt x="24892" y="876833"/>
                  </a:lnTo>
                  <a:lnTo>
                    <a:pt x="29451" y="875741"/>
                  </a:lnTo>
                  <a:lnTo>
                    <a:pt x="33451" y="873315"/>
                  </a:lnTo>
                  <a:lnTo>
                    <a:pt x="38493" y="870267"/>
                  </a:lnTo>
                  <a:lnTo>
                    <a:pt x="42049" y="865441"/>
                  </a:lnTo>
                  <a:lnTo>
                    <a:pt x="43459" y="859688"/>
                  </a:lnTo>
                  <a:lnTo>
                    <a:pt x="43891" y="858062"/>
                  </a:lnTo>
                  <a:lnTo>
                    <a:pt x="44030" y="856411"/>
                  </a:lnTo>
                  <a:lnTo>
                    <a:pt x="44056" y="854811"/>
                  </a:lnTo>
                  <a:lnTo>
                    <a:pt x="1270203" y="467855"/>
                  </a:lnTo>
                  <a:lnTo>
                    <a:pt x="1274102" y="472338"/>
                  </a:lnTo>
                  <a:lnTo>
                    <a:pt x="1279588" y="474980"/>
                  </a:lnTo>
                  <a:lnTo>
                    <a:pt x="1289735" y="475754"/>
                  </a:lnTo>
                  <a:lnTo>
                    <a:pt x="1294295" y="474764"/>
                  </a:lnTo>
                  <a:lnTo>
                    <a:pt x="1298371" y="472287"/>
                  </a:lnTo>
                  <a:lnTo>
                    <a:pt x="1303489" y="467982"/>
                  </a:lnTo>
                  <a:lnTo>
                    <a:pt x="1306982" y="462546"/>
                  </a:lnTo>
                  <a:lnTo>
                    <a:pt x="1308760" y="456387"/>
                  </a:lnTo>
                  <a:lnTo>
                    <a:pt x="1308709" y="449935"/>
                  </a:lnTo>
                  <a:lnTo>
                    <a:pt x="1828165" y="49326"/>
                  </a:lnTo>
                  <a:lnTo>
                    <a:pt x="1846478" y="55905"/>
                  </a:lnTo>
                  <a:lnTo>
                    <a:pt x="1851012" y="54825"/>
                  </a:lnTo>
                  <a:lnTo>
                    <a:pt x="1855012" y="52387"/>
                  </a:lnTo>
                  <a:lnTo>
                    <a:pt x="1861400" y="48488"/>
                  </a:lnTo>
                  <a:lnTo>
                    <a:pt x="1865122" y="41795"/>
                  </a:lnTo>
                  <a:lnTo>
                    <a:pt x="1865541" y="34810"/>
                  </a:lnTo>
                  <a:lnTo>
                    <a:pt x="2439289" y="25336"/>
                  </a:lnTo>
                  <a:lnTo>
                    <a:pt x="2464155" y="44894"/>
                  </a:lnTo>
                  <a:lnTo>
                    <a:pt x="2468664" y="43815"/>
                  </a:lnTo>
                  <a:lnTo>
                    <a:pt x="2472690" y="41389"/>
                  </a:lnTo>
                  <a:lnTo>
                    <a:pt x="2477732" y="38303"/>
                  </a:lnTo>
                  <a:lnTo>
                    <a:pt x="2481288" y="33439"/>
                  </a:lnTo>
                  <a:lnTo>
                    <a:pt x="2482608" y="27647"/>
                  </a:lnTo>
                  <a:lnTo>
                    <a:pt x="2484018" y="21882"/>
                  </a:lnTo>
                  <a:close/>
                </a:path>
                <a:path w="2973070" h="1082039">
                  <a:moveTo>
                    <a:pt x="2972562" y="511098"/>
                  </a:moveTo>
                  <a:lnTo>
                    <a:pt x="2834233" y="330987"/>
                  </a:lnTo>
                  <a:lnTo>
                    <a:pt x="2831312" y="327177"/>
                  </a:lnTo>
                  <a:lnTo>
                    <a:pt x="2832862" y="324840"/>
                  </a:lnTo>
                  <a:lnTo>
                    <a:pt x="2835224" y="321271"/>
                  </a:lnTo>
                  <a:lnTo>
                    <a:pt x="2837065" y="314528"/>
                  </a:lnTo>
                  <a:lnTo>
                    <a:pt x="2836722" y="307517"/>
                  </a:lnTo>
                  <a:lnTo>
                    <a:pt x="2834030" y="300761"/>
                  </a:lnTo>
                  <a:lnTo>
                    <a:pt x="2830195" y="294424"/>
                  </a:lnTo>
                  <a:lnTo>
                    <a:pt x="2823629" y="290728"/>
                  </a:lnTo>
                  <a:lnTo>
                    <a:pt x="2812313" y="289864"/>
                  </a:lnTo>
                  <a:lnTo>
                    <a:pt x="2808300" y="290728"/>
                  </a:lnTo>
                  <a:lnTo>
                    <a:pt x="2807932" y="290728"/>
                  </a:lnTo>
                  <a:lnTo>
                    <a:pt x="2798546" y="296418"/>
                  </a:lnTo>
                  <a:lnTo>
                    <a:pt x="2795003" y="301282"/>
                  </a:lnTo>
                  <a:lnTo>
                    <a:pt x="2793492" y="307517"/>
                  </a:lnTo>
                  <a:lnTo>
                    <a:pt x="2792539" y="311251"/>
                  </a:lnTo>
                  <a:lnTo>
                    <a:pt x="2792806" y="315607"/>
                  </a:lnTo>
                  <a:lnTo>
                    <a:pt x="2794254" y="319659"/>
                  </a:lnTo>
                  <a:lnTo>
                    <a:pt x="1882051" y="887425"/>
                  </a:lnTo>
                  <a:lnTo>
                    <a:pt x="1880870" y="886282"/>
                  </a:lnTo>
                  <a:lnTo>
                    <a:pt x="1880222" y="885774"/>
                  </a:lnTo>
                  <a:lnTo>
                    <a:pt x="1882749" y="882726"/>
                  </a:lnTo>
                  <a:lnTo>
                    <a:pt x="2204821" y="493839"/>
                  </a:lnTo>
                  <a:lnTo>
                    <a:pt x="2205964" y="494322"/>
                  </a:lnTo>
                  <a:lnTo>
                    <a:pt x="2207133" y="494792"/>
                  </a:lnTo>
                  <a:lnTo>
                    <a:pt x="2209596" y="495376"/>
                  </a:lnTo>
                  <a:lnTo>
                    <a:pt x="2210841" y="495566"/>
                  </a:lnTo>
                  <a:lnTo>
                    <a:pt x="2216594" y="496011"/>
                  </a:lnTo>
                  <a:lnTo>
                    <a:pt x="2221141" y="494919"/>
                  </a:lnTo>
                  <a:lnTo>
                    <a:pt x="2235517" y="470369"/>
                  </a:lnTo>
                  <a:lnTo>
                    <a:pt x="2234781" y="468325"/>
                  </a:lnTo>
                  <a:lnTo>
                    <a:pt x="2232533" y="462114"/>
                  </a:lnTo>
                  <a:lnTo>
                    <a:pt x="2232431" y="461962"/>
                  </a:lnTo>
                  <a:lnTo>
                    <a:pt x="2228697" y="455777"/>
                  </a:lnTo>
                  <a:lnTo>
                    <a:pt x="2222131" y="452081"/>
                  </a:lnTo>
                  <a:lnTo>
                    <a:pt x="2210816" y="451218"/>
                  </a:lnTo>
                  <a:lnTo>
                    <a:pt x="2206802" y="452081"/>
                  </a:lnTo>
                  <a:lnTo>
                    <a:pt x="2206434" y="452081"/>
                  </a:lnTo>
                  <a:lnTo>
                    <a:pt x="2199767" y="456145"/>
                  </a:lnTo>
                  <a:lnTo>
                    <a:pt x="2199767" y="490766"/>
                  </a:lnTo>
                  <a:lnTo>
                    <a:pt x="1875091" y="882726"/>
                  </a:lnTo>
                  <a:lnTo>
                    <a:pt x="1873973" y="882269"/>
                  </a:lnTo>
                  <a:lnTo>
                    <a:pt x="1872538" y="881735"/>
                  </a:lnTo>
                  <a:lnTo>
                    <a:pt x="1872373" y="881735"/>
                  </a:lnTo>
                  <a:lnTo>
                    <a:pt x="1870532" y="881278"/>
                  </a:lnTo>
                  <a:lnTo>
                    <a:pt x="1868728" y="880999"/>
                  </a:lnTo>
                  <a:lnTo>
                    <a:pt x="1868106" y="880999"/>
                  </a:lnTo>
                  <a:lnTo>
                    <a:pt x="1863534" y="880656"/>
                  </a:lnTo>
                  <a:lnTo>
                    <a:pt x="1859000" y="881735"/>
                  </a:lnTo>
                  <a:lnTo>
                    <a:pt x="1852358" y="885774"/>
                  </a:lnTo>
                  <a:lnTo>
                    <a:pt x="1850072" y="887958"/>
                  </a:lnTo>
                  <a:lnTo>
                    <a:pt x="1848383" y="890384"/>
                  </a:lnTo>
                  <a:lnTo>
                    <a:pt x="1603476" y="713562"/>
                  </a:lnTo>
                  <a:lnTo>
                    <a:pt x="1601266" y="711974"/>
                  </a:lnTo>
                  <a:lnTo>
                    <a:pt x="1595958" y="708126"/>
                  </a:lnTo>
                  <a:lnTo>
                    <a:pt x="1596085" y="707771"/>
                  </a:lnTo>
                  <a:lnTo>
                    <a:pt x="1596263" y="707428"/>
                  </a:lnTo>
                  <a:lnTo>
                    <a:pt x="1596364" y="707085"/>
                  </a:lnTo>
                  <a:lnTo>
                    <a:pt x="1597774" y="701332"/>
                  </a:lnTo>
                  <a:lnTo>
                    <a:pt x="1596847" y="695388"/>
                  </a:lnTo>
                  <a:lnTo>
                    <a:pt x="1593773" y="690321"/>
                  </a:lnTo>
                  <a:lnTo>
                    <a:pt x="1592846" y="688873"/>
                  </a:lnTo>
                  <a:lnTo>
                    <a:pt x="1591792" y="687590"/>
                  </a:lnTo>
                  <a:lnTo>
                    <a:pt x="1590611" y="686371"/>
                  </a:lnTo>
                  <a:lnTo>
                    <a:pt x="1593621" y="682777"/>
                  </a:lnTo>
                  <a:lnTo>
                    <a:pt x="1774177" y="467880"/>
                  </a:lnTo>
                  <a:lnTo>
                    <a:pt x="2191550" y="474179"/>
                  </a:lnTo>
                  <a:lnTo>
                    <a:pt x="2191639" y="477989"/>
                  </a:lnTo>
                  <a:lnTo>
                    <a:pt x="2192680" y="481761"/>
                  </a:lnTo>
                  <a:lnTo>
                    <a:pt x="2196046" y="487299"/>
                  </a:lnTo>
                  <a:lnTo>
                    <a:pt x="2197811" y="489191"/>
                  </a:lnTo>
                  <a:lnTo>
                    <a:pt x="2199767" y="490766"/>
                  </a:lnTo>
                  <a:lnTo>
                    <a:pt x="2199767" y="456145"/>
                  </a:lnTo>
                  <a:lnTo>
                    <a:pt x="2197112" y="457746"/>
                  </a:lnTo>
                  <a:lnTo>
                    <a:pt x="2193556" y="462572"/>
                  </a:lnTo>
                  <a:lnTo>
                    <a:pt x="2193442" y="463042"/>
                  </a:lnTo>
                  <a:lnTo>
                    <a:pt x="2192147" y="468325"/>
                  </a:lnTo>
                  <a:lnTo>
                    <a:pt x="2162302" y="467880"/>
                  </a:lnTo>
                  <a:lnTo>
                    <a:pt x="1771484" y="461962"/>
                  </a:lnTo>
                  <a:lnTo>
                    <a:pt x="1770595" y="463042"/>
                  </a:lnTo>
                  <a:lnTo>
                    <a:pt x="1585988" y="682777"/>
                  </a:lnTo>
                  <a:lnTo>
                    <a:pt x="1584134" y="681761"/>
                  </a:lnTo>
                  <a:lnTo>
                    <a:pt x="1582204" y="680859"/>
                  </a:lnTo>
                  <a:lnTo>
                    <a:pt x="1580108" y="680326"/>
                  </a:lnTo>
                  <a:lnTo>
                    <a:pt x="1578902" y="680059"/>
                  </a:lnTo>
                  <a:lnTo>
                    <a:pt x="1577187" y="679754"/>
                  </a:lnTo>
                  <a:lnTo>
                    <a:pt x="1576489" y="679754"/>
                  </a:lnTo>
                  <a:lnTo>
                    <a:pt x="1571929" y="679411"/>
                  </a:lnTo>
                  <a:lnTo>
                    <a:pt x="1567408" y="680491"/>
                  </a:lnTo>
                  <a:lnTo>
                    <a:pt x="1558315" y="686003"/>
                  </a:lnTo>
                  <a:lnTo>
                    <a:pt x="1554772" y="690841"/>
                  </a:lnTo>
                  <a:lnTo>
                    <a:pt x="1552549" y="699884"/>
                  </a:lnTo>
                  <a:lnTo>
                    <a:pt x="1552600" y="703186"/>
                  </a:lnTo>
                  <a:lnTo>
                    <a:pt x="1553286" y="706424"/>
                  </a:lnTo>
                  <a:lnTo>
                    <a:pt x="894651" y="1030744"/>
                  </a:lnTo>
                  <a:lnTo>
                    <a:pt x="890854" y="1024737"/>
                  </a:lnTo>
                  <a:lnTo>
                    <a:pt x="890739" y="1024572"/>
                  </a:lnTo>
                  <a:lnTo>
                    <a:pt x="884313" y="1020940"/>
                  </a:lnTo>
                  <a:lnTo>
                    <a:pt x="873099" y="1020089"/>
                  </a:lnTo>
                  <a:lnTo>
                    <a:pt x="868565" y="1021067"/>
                  </a:lnTo>
                  <a:lnTo>
                    <a:pt x="864412" y="1023569"/>
                  </a:lnTo>
                  <a:lnTo>
                    <a:pt x="857986" y="1029538"/>
                  </a:lnTo>
                  <a:lnTo>
                    <a:pt x="854443" y="1037259"/>
                  </a:lnTo>
                  <a:lnTo>
                    <a:pt x="854036" y="1045730"/>
                  </a:lnTo>
                  <a:lnTo>
                    <a:pt x="857021" y="1053985"/>
                  </a:lnTo>
                  <a:lnTo>
                    <a:pt x="860894" y="1060323"/>
                  </a:lnTo>
                  <a:lnTo>
                    <a:pt x="867435" y="1064056"/>
                  </a:lnTo>
                  <a:lnTo>
                    <a:pt x="878751" y="1064920"/>
                  </a:lnTo>
                  <a:lnTo>
                    <a:pt x="883348" y="1063904"/>
                  </a:lnTo>
                  <a:lnTo>
                    <a:pt x="887463" y="1061415"/>
                  </a:lnTo>
                  <a:lnTo>
                    <a:pt x="893051" y="1056551"/>
                  </a:lnTo>
                  <a:lnTo>
                    <a:pt x="896594" y="1050302"/>
                  </a:lnTo>
                  <a:lnTo>
                    <a:pt x="897966" y="1043292"/>
                  </a:lnTo>
                  <a:lnTo>
                    <a:pt x="897026" y="1036116"/>
                  </a:lnTo>
                  <a:lnTo>
                    <a:pt x="907935" y="1030744"/>
                  </a:lnTo>
                  <a:lnTo>
                    <a:pt x="1555318" y="711974"/>
                  </a:lnTo>
                  <a:lnTo>
                    <a:pt x="1555546" y="712393"/>
                  </a:lnTo>
                  <a:lnTo>
                    <a:pt x="1555711" y="712876"/>
                  </a:lnTo>
                  <a:lnTo>
                    <a:pt x="1556334" y="713905"/>
                  </a:lnTo>
                  <a:lnTo>
                    <a:pt x="1556791" y="714413"/>
                  </a:lnTo>
                  <a:lnTo>
                    <a:pt x="1557185" y="714921"/>
                  </a:lnTo>
                  <a:lnTo>
                    <a:pt x="1214513" y="1081659"/>
                  </a:lnTo>
                  <a:lnTo>
                    <a:pt x="1222514" y="1081659"/>
                  </a:lnTo>
                  <a:lnTo>
                    <a:pt x="1561198" y="719162"/>
                  </a:lnTo>
                  <a:lnTo>
                    <a:pt x="1564703" y="721880"/>
                  </a:lnTo>
                  <a:lnTo>
                    <a:pt x="1568945" y="723506"/>
                  </a:lnTo>
                  <a:lnTo>
                    <a:pt x="1577682" y="724166"/>
                  </a:lnTo>
                  <a:lnTo>
                    <a:pt x="1582254" y="723188"/>
                  </a:lnTo>
                  <a:lnTo>
                    <a:pt x="1586318" y="720712"/>
                  </a:lnTo>
                  <a:lnTo>
                    <a:pt x="1588820" y="719162"/>
                  </a:lnTo>
                  <a:lnTo>
                    <a:pt x="1589278" y="718883"/>
                  </a:lnTo>
                  <a:lnTo>
                    <a:pt x="1591691" y="716407"/>
                  </a:lnTo>
                  <a:lnTo>
                    <a:pt x="1593481" y="713562"/>
                  </a:lnTo>
                  <a:lnTo>
                    <a:pt x="1845703" y="895718"/>
                  </a:lnTo>
                  <a:lnTo>
                    <a:pt x="1843557" y="901776"/>
                  </a:lnTo>
                  <a:lnTo>
                    <a:pt x="1843620" y="902716"/>
                  </a:lnTo>
                  <a:lnTo>
                    <a:pt x="1843963" y="908672"/>
                  </a:lnTo>
                  <a:lnTo>
                    <a:pt x="1869440" y="925525"/>
                  </a:lnTo>
                  <a:lnTo>
                    <a:pt x="1874012" y="924445"/>
                  </a:lnTo>
                  <a:lnTo>
                    <a:pt x="1880870" y="920242"/>
                  </a:lnTo>
                  <a:lnTo>
                    <a:pt x="1883206" y="917892"/>
                  </a:lnTo>
                  <a:lnTo>
                    <a:pt x="1884997" y="915123"/>
                  </a:lnTo>
                  <a:lnTo>
                    <a:pt x="2108784" y="995692"/>
                  </a:lnTo>
                  <a:lnTo>
                    <a:pt x="2107603" y="999032"/>
                  </a:lnTo>
                  <a:lnTo>
                    <a:pt x="2107577" y="999223"/>
                  </a:lnTo>
                  <a:lnTo>
                    <a:pt x="2107120" y="1002690"/>
                  </a:lnTo>
                  <a:lnTo>
                    <a:pt x="2107641" y="1006233"/>
                  </a:lnTo>
                  <a:lnTo>
                    <a:pt x="1919732" y="1081659"/>
                  </a:lnTo>
                  <a:lnTo>
                    <a:pt x="1935353" y="1081659"/>
                  </a:lnTo>
                  <a:lnTo>
                    <a:pt x="2109368" y="1011809"/>
                  </a:lnTo>
                  <a:lnTo>
                    <a:pt x="2110105" y="1013612"/>
                  </a:lnTo>
                  <a:lnTo>
                    <a:pt x="2111540" y="1015961"/>
                  </a:lnTo>
                  <a:lnTo>
                    <a:pt x="2112632" y="1017320"/>
                  </a:lnTo>
                  <a:lnTo>
                    <a:pt x="2113800" y="1018489"/>
                  </a:lnTo>
                  <a:lnTo>
                    <a:pt x="2069185" y="1081659"/>
                  </a:lnTo>
                  <a:lnTo>
                    <a:pt x="2076437" y="1081659"/>
                  </a:lnTo>
                  <a:lnTo>
                    <a:pt x="2118487" y="1022096"/>
                  </a:lnTo>
                  <a:lnTo>
                    <a:pt x="2120315" y="1023137"/>
                  </a:lnTo>
                  <a:lnTo>
                    <a:pt x="2122233" y="1024013"/>
                  </a:lnTo>
                  <a:lnTo>
                    <a:pt x="2125091" y="1024737"/>
                  </a:lnTo>
                  <a:lnTo>
                    <a:pt x="2126678" y="1024737"/>
                  </a:lnTo>
                  <a:lnTo>
                    <a:pt x="2125167" y="1081659"/>
                  </a:lnTo>
                  <a:lnTo>
                    <a:pt x="2131047" y="1081659"/>
                  </a:lnTo>
                  <a:lnTo>
                    <a:pt x="2132571" y="1024737"/>
                  </a:lnTo>
                  <a:lnTo>
                    <a:pt x="2134412" y="1024737"/>
                  </a:lnTo>
                  <a:lnTo>
                    <a:pt x="2135530" y="1024572"/>
                  </a:lnTo>
                  <a:lnTo>
                    <a:pt x="2138476" y="1023569"/>
                  </a:lnTo>
                  <a:lnTo>
                    <a:pt x="2140813" y="1022096"/>
                  </a:lnTo>
                  <a:lnTo>
                    <a:pt x="2143531" y="1020470"/>
                  </a:lnTo>
                  <a:lnTo>
                    <a:pt x="2145703" y="1018489"/>
                  </a:lnTo>
                  <a:lnTo>
                    <a:pt x="2147341" y="1016215"/>
                  </a:lnTo>
                  <a:lnTo>
                    <a:pt x="2238197" y="1081659"/>
                  </a:lnTo>
                  <a:lnTo>
                    <a:pt x="2248255" y="1081659"/>
                  </a:lnTo>
                  <a:lnTo>
                    <a:pt x="2157399" y="1016215"/>
                  </a:lnTo>
                  <a:lnTo>
                    <a:pt x="2151278" y="1011809"/>
                  </a:lnTo>
                  <a:lnTo>
                    <a:pt x="2150148" y="1010983"/>
                  </a:lnTo>
                  <a:lnTo>
                    <a:pt x="2150465" y="1010081"/>
                  </a:lnTo>
                  <a:lnTo>
                    <a:pt x="2150834" y="1009230"/>
                  </a:lnTo>
                  <a:lnTo>
                    <a:pt x="2151811" y="1005293"/>
                  </a:lnTo>
                  <a:lnTo>
                    <a:pt x="2151837" y="1002220"/>
                  </a:lnTo>
                  <a:lnTo>
                    <a:pt x="2151316" y="999223"/>
                  </a:lnTo>
                  <a:lnTo>
                    <a:pt x="2180767" y="993508"/>
                  </a:lnTo>
                  <a:lnTo>
                    <a:pt x="2972562" y="840105"/>
                  </a:lnTo>
                  <a:lnTo>
                    <a:pt x="2972562" y="834047"/>
                  </a:lnTo>
                  <a:lnTo>
                    <a:pt x="2149462" y="993508"/>
                  </a:lnTo>
                  <a:lnTo>
                    <a:pt x="2149144" y="992809"/>
                  </a:lnTo>
                  <a:lnTo>
                    <a:pt x="2148890" y="992111"/>
                  </a:lnTo>
                  <a:lnTo>
                    <a:pt x="2148522" y="991438"/>
                  </a:lnTo>
                  <a:lnTo>
                    <a:pt x="2147836" y="990333"/>
                  </a:lnTo>
                  <a:lnTo>
                    <a:pt x="2144636" y="985126"/>
                  </a:lnTo>
                  <a:lnTo>
                    <a:pt x="2138095" y="981392"/>
                  </a:lnTo>
                  <a:lnTo>
                    <a:pt x="2126754" y="980528"/>
                  </a:lnTo>
                  <a:lnTo>
                    <a:pt x="2122195" y="981544"/>
                  </a:lnTo>
                  <a:lnTo>
                    <a:pt x="2115337" y="985710"/>
                  </a:lnTo>
                  <a:lnTo>
                    <a:pt x="2113140" y="987869"/>
                  </a:lnTo>
                  <a:lnTo>
                    <a:pt x="2111451" y="990333"/>
                  </a:lnTo>
                  <a:lnTo>
                    <a:pt x="1902510" y="915123"/>
                  </a:lnTo>
                  <a:lnTo>
                    <a:pt x="1887512" y="909726"/>
                  </a:lnTo>
                  <a:lnTo>
                    <a:pt x="1887905" y="908672"/>
                  </a:lnTo>
                  <a:lnTo>
                    <a:pt x="1888020" y="908278"/>
                  </a:lnTo>
                  <a:lnTo>
                    <a:pt x="1889391" y="902716"/>
                  </a:lnTo>
                  <a:lnTo>
                    <a:pt x="1888502" y="897013"/>
                  </a:lnTo>
                  <a:lnTo>
                    <a:pt x="1885670" y="892060"/>
                  </a:lnTo>
                  <a:lnTo>
                    <a:pt x="1888350" y="890384"/>
                  </a:lnTo>
                  <a:lnTo>
                    <a:pt x="1893112" y="887425"/>
                  </a:lnTo>
                  <a:lnTo>
                    <a:pt x="2797048" y="324840"/>
                  </a:lnTo>
                  <a:lnTo>
                    <a:pt x="2800121" y="329285"/>
                  </a:lnTo>
                  <a:lnTo>
                    <a:pt x="2804566" y="332473"/>
                  </a:lnTo>
                  <a:lnTo>
                    <a:pt x="2811094" y="334048"/>
                  </a:lnTo>
                  <a:lnTo>
                    <a:pt x="2812313" y="334238"/>
                  </a:lnTo>
                  <a:lnTo>
                    <a:pt x="2818066" y="334670"/>
                  </a:lnTo>
                  <a:lnTo>
                    <a:pt x="2822638" y="333590"/>
                  </a:lnTo>
                  <a:lnTo>
                    <a:pt x="2826893" y="331012"/>
                  </a:lnTo>
                  <a:lnTo>
                    <a:pt x="2972562" y="520661"/>
                  </a:lnTo>
                  <a:lnTo>
                    <a:pt x="2972562" y="511098"/>
                  </a:lnTo>
                  <a:close/>
                </a:path>
              </a:pathLst>
            </a:custGeom>
            <a:solidFill>
              <a:srgbClr val="E1E4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300" y="1305925"/>
              <a:ext cx="7703998" cy="320430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74325" y="910363"/>
            <a:ext cx="55048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5">
                <a:solidFill>
                  <a:srgbClr val="22244B"/>
                </a:solidFill>
                <a:latin typeface="Tahoma"/>
                <a:cs typeface="Tahoma"/>
              </a:rPr>
              <a:t>The</a:t>
            </a:r>
            <a:r>
              <a:rPr dirty="0" sz="1400" spc="-10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2244B"/>
                </a:solidFill>
                <a:latin typeface="Tahoma"/>
                <a:cs typeface="Tahoma"/>
              </a:rPr>
              <a:t>proposed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2244B"/>
                </a:solidFill>
                <a:latin typeface="Tahoma"/>
                <a:cs typeface="Tahoma"/>
              </a:rPr>
              <a:t>solution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44B"/>
                </a:solidFill>
                <a:latin typeface="Tahoma"/>
                <a:cs typeface="Tahoma"/>
              </a:rPr>
              <a:t>is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2244B"/>
                </a:solidFill>
                <a:latin typeface="Tahoma"/>
                <a:cs typeface="Tahoma"/>
              </a:rPr>
              <a:t>a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105">
                <a:solidFill>
                  <a:srgbClr val="22244B"/>
                </a:solidFill>
                <a:latin typeface="Tahoma"/>
                <a:cs typeface="Tahoma"/>
              </a:rPr>
              <a:t>AI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44B"/>
                </a:solidFill>
                <a:latin typeface="Tahoma"/>
                <a:cs typeface="Tahoma"/>
              </a:rPr>
              <a:t>CRM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2244B"/>
                </a:solidFill>
                <a:latin typeface="Tahoma"/>
                <a:cs typeface="Tahoma"/>
              </a:rPr>
              <a:t>Agent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44B"/>
                </a:solidFill>
                <a:latin typeface="Tahoma"/>
                <a:cs typeface="Tahoma"/>
              </a:rPr>
              <a:t>that</a:t>
            </a:r>
            <a:r>
              <a:rPr dirty="0" sz="1400" spc="-10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2244B"/>
                </a:solidFill>
                <a:latin typeface="Tahoma"/>
                <a:cs typeface="Tahoma"/>
              </a:rPr>
              <a:t>works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2244B"/>
                </a:solidFill>
                <a:latin typeface="Tahoma"/>
                <a:cs typeface="Tahoma"/>
              </a:rPr>
              <a:t>through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2244B"/>
                </a:solidFill>
                <a:latin typeface="Tahoma"/>
                <a:cs typeface="Tahoma"/>
              </a:rPr>
              <a:t>chat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2244B"/>
                </a:solidFill>
                <a:latin typeface="Tahoma"/>
                <a:cs typeface="Tahoma"/>
              </a:rPr>
              <a:t>or</a:t>
            </a:r>
            <a:r>
              <a:rPr dirty="0" sz="1400" spc="-10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44B"/>
                </a:solidFill>
                <a:latin typeface="Tahoma"/>
                <a:cs typeface="Tahoma"/>
              </a:rPr>
              <a:t>voice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$PPTXTitle"/>
          <p:cNvSpPr txBox="1"/>
          <p:nvPr/>
        </p:nvSpPr>
        <p:spPr>
          <a:xfrm>
            <a:off x="793024" y="268259"/>
            <a:ext cx="51308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0">
                <a:solidFill>
                  <a:srgbClr val="22244B"/>
                </a:solidFill>
                <a:latin typeface="Verdana"/>
                <a:cs typeface="Verdana"/>
              </a:rPr>
              <a:t>Proposed</a:t>
            </a:r>
            <a:r>
              <a:rPr dirty="0" sz="3000" spc="-14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3000" spc="-55">
                <a:solidFill>
                  <a:srgbClr val="22244B"/>
                </a:solidFill>
                <a:latin typeface="Verdana"/>
                <a:cs typeface="Verdana"/>
              </a:rPr>
              <a:t>Solution-</a:t>
            </a:r>
            <a:r>
              <a:rPr dirty="0" sz="3000" spc="-65">
                <a:solidFill>
                  <a:srgbClr val="22244B"/>
                </a:solidFill>
                <a:latin typeface="Verdana"/>
                <a:cs typeface="Verdana"/>
              </a:rPr>
              <a:t>Example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75" y="887775"/>
            <a:ext cx="7703999" cy="401146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024" y="209384"/>
            <a:ext cx="39306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Proposed</a:t>
            </a:r>
            <a:r>
              <a:rPr dirty="0" spc="-150"/>
              <a:t> </a:t>
            </a:r>
            <a:r>
              <a:rPr dirty="0" spc="-100"/>
              <a:t>Solution-</a:t>
            </a:r>
            <a:r>
              <a:rPr dirty="0" spc="-25"/>
              <a:t>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5075" y="235134"/>
            <a:ext cx="31140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Market</a:t>
            </a:r>
            <a:r>
              <a:rPr dirty="0" spc="-229"/>
              <a:t> </a:t>
            </a:r>
            <a:r>
              <a:rPr dirty="0" spc="-30"/>
              <a:t>Research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5075" y="816979"/>
            <a:ext cx="265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2244B"/>
                </a:solidFill>
                <a:latin typeface="Tahoma"/>
                <a:cs typeface="Tahoma"/>
              </a:rPr>
              <a:t>Has</a:t>
            </a:r>
            <a:r>
              <a:rPr dirty="0" sz="1200" spc="-55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spc="-20" b="1">
                <a:solidFill>
                  <a:srgbClr val="22244B"/>
                </a:solidFill>
                <a:latin typeface="Tahoma"/>
                <a:cs typeface="Tahoma"/>
              </a:rPr>
              <a:t>this</a:t>
            </a:r>
            <a:r>
              <a:rPr dirty="0" sz="1200" spc="-50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2244B"/>
                </a:solidFill>
                <a:latin typeface="Tahoma"/>
                <a:cs typeface="Tahoma"/>
              </a:rPr>
              <a:t>been</a:t>
            </a:r>
            <a:r>
              <a:rPr dirty="0" sz="1200" spc="-50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spc="-35" b="1">
                <a:solidFill>
                  <a:srgbClr val="22244B"/>
                </a:solidFill>
                <a:latin typeface="Tahoma"/>
                <a:cs typeface="Tahoma"/>
              </a:rPr>
              <a:t>implemented</a:t>
            </a:r>
            <a:r>
              <a:rPr dirty="0" sz="1200" spc="-50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2244B"/>
                </a:solidFill>
                <a:latin typeface="Tahoma"/>
                <a:cs typeface="Tahoma"/>
              </a:rPr>
              <a:t>before?</a:t>
            </a:r>
            <a:endParaRPr sz="12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61075" y="1347043"/>
          <a:ext cx="5842634" cy="2122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335"/>
                <a:gridCol w="3964940"/>
              </a:tblGrid>
              <a:tr h="35369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CRM</a:t>
                      </a:r>
                      <a:r>
                        <a:rPr dirty="0" sz="1100" spc="-7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Platform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  <a:solidFill>
                      <a:srgbClr val="8861F1">
                        <a:alpha val="607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AI</a:t>
                      </a:r>
                      <a:r>
                        <a:rPr dirty="0" sz="1100" spc="-9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Feature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  <a:solidFill>
                      <a:srgbClr val="8861F1">
                        <a:alpha val="60778"/>
                      </a:srgbClr>
                    </a:solidFill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>
                          <a:latin typeface="Arial MT"/>
                          <a:cs typeface="Arial MT"/>
                        </a:rPr>
                        <a:t>Salesforce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>
                          <a:latin typeface="Arial MT"/>
                          <a:cs typeface="Arial MT"/>
                        </a:rPr>
                        <a:t>Einstein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automation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sales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insights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>
                          <a:latin typeface="Arial MT"/>
                          <a:cs typeface="Arial MT"/>
                        </a:rPr>
                        <a:t>HubSpot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tools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email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generation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chatbot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support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20">
                          <a:latin typeface="Arial MT"/>
                          <a:cs typeface="Arial MT"/>
                        </a:rPr>
                        <a:t>Zoho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>
                          <a:latin typeface="Arial MT"/>
                          <a:cs typeface="Arial MT"/>
                        </a:rPr>
                        <a:t>Zia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predictions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conversational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assistance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Microsoft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Dynamics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365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Copilot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customer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summaries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automation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>
                          <a:latin typeface="Arial MT"/>
                          <a:cs typeface="Arial MT"/>
                        </a:rPr>
                        <a:t>Freshsales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>
                          <a:latin typeface="Arial MT"/>
                          <a:cs typeface="Arial MT"/>
                        </a:rPr>
                        <a:t>AI-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powered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lead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scoring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recommendations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E1E4FC"/>
                      </a:solidFill>
                      <a:prstDash val="solid"/>
                    </a:lnL>
                    <a:lnR w="9525">
                      <a:solidFill>
                        <a:srgbClr val="E1E4FC"/>
                      </a:solidFill>
                      <a:prstDash val="solid"/>
                    </a:lnR>
                    <a:lnT w="9525">
                      <a:solidFill>
                        <a:srgbClr val="E1E4FC"/>
                      </a:solidFill>
                      <a:prstDash val="solid"/>
                    </a:lnT>
                    <a:lnB w="9525">
                      <a:solidFill>
                        <a:srgbClr val="E1E4F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769770" y="3661889"/>
            <a:ext cx="5760085" cy="84836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20"/>
              </a:spcBef>
              <a:buFont typeface="Arial MT"/>
              <a:buChar char="●"/>
              <a:tabLst>
                <a:tab pos="332740" algn="l"/>
              </a:tabLst>
            </a:pP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Most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22244B"/>
                </a:solidFill>
                <a:latin typeface="Verdana"/>
                <a:cs typeface="Verdana"/>
              </a:rPr>
              <a:t>CRM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systems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still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rely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22244B"/>
                </a:solidFill>
                <a:latin typeface="Verdana"/>
                <a:cs typeface="Verdana"/>
              </a:rPr>
              <a:t>on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22244B"/>
                </a:solidFill>
                <a:latin typeface="Verdana"/>
                <a:cs typeface="Verdana"/>
              </a:rPr>
              <a:t>complex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22244B"/>
                </a:solidFill>
                <a:latin typeface="Verdana"/>
                <a:cs typeface="Verdana"/>
              </a:rPr>
              <a:t>dashboards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and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manual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workflows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Font typeface="Arial MT"/>
              <a:buChar char="●"/>
              <a:tabLst>
                <a:tab pos="332740" algn="l"/>
              </a:tabLst>
            </a:pP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Existing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platforms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22244B"/>
                </a:solidFill>
                <a:latin typeface="Verdana"/>
                <a:cs typeface="Verdana"/>
              </a:rPr>
              <a:t>can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be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22244B"/>
                </a:solidFill>
                <a:latin typeface="Verdana"/>
                <a:cs typeface="Verdana"/>
              </a:rPr>
              <a:t>expensive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and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30">
                <a:solidFill>
                  <a:srgbClr val="22244B"/>
                </a:solidFill>
                <a:latin typeface="Verdana"/>
                <a:cs typeface="Verdana"/>
              </a:rPr>
              <a:t>difficult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22244B"/>
                </a:solidFill>
                <a:latin typeface="Verdana"/>
                <a:cs typeface="Verdana"/>
              </a:rPr>
              <a:t>for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22244B"/>
                </a:solidFill>
                <a:latin typeface="Verdana"/>
                <a:cs typeface="Verdana"/>
              </a:rPr>
              <a:t>SMEs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Font typeface="Arial MT"/>
              <a:buChar char="●"/>
              <a:tabLst>
                <a:tab pos="332740" algn="l"/>
              </a:tabLst>
            </a:pP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Limited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conversational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and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30">
                <a:solidFill>
                  <a:srgbClr val="22244B"/>
                </a:solidFill>
                <a:latin typeface="Verdana"/>
                <a:cs typeface="Verdana"/>
              </a:rPr>
              <a:t>headless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22244B"/>
                </a:solidFill>
                <a:latin typeface="Verdana"/>
                <a:cs typeface="Verdana"/>
              </a:rPr>
              <a:t>CRM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experiences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5075" y="235134"/>
            <a:ext cx="31140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Market</a:t>
            </a:r>
            <a:r>
              <a:rPr dirty="0" spc="-229"/>
              <a:t> </a:t>
            </a:r>
            <a:r>
              <a:rPr dirty="0" spc="-30"/>
              <a:t>Research</a:t>
            </a:r>
          </a:p>
        </p:txBody>
      </p:sp>
      <p:sp>
        <p:nvSpPr>
          <p:cNvPr id="3" name="object 3"/>
          <p:cNvSpPr/>
          <p:nvPr/>
        </p:nvSpPr>
        <p:spPr>
          <a:xfrm>
            <a:off x="792384" y="3370394"/>
            <a:ext cx="4837430" cy="969644"/>
          </a:xfrm>
          <a:custGeom>
            <a:avLst/>
            <a:gdLst/>
            <a:ahLst/>
            <a:cxnLst/>
            <a:rect l="l" t="t" r="r" b="b"/>
            <a:pathLst>
              <a:path w="4837430" h="969645">
                <a:moveTo>
                  <a:pt x="152488" y="0"/>
                </a:moveTo>
                <a:lnTo>
                  <a:pt x="106046" y="5960"/>
                </a:lnTo>
                <a:lnTo>
                  <a:pt x="65206" y="23954"/>
                </a:lnTo>
                <a:lnTo>
                  <a:pt x="0" y="67344"/>
                </a:lnTo>
                <a:lnTo>
                  <a:pt x="539994" y="426213"/>
                </a:lnTo>
                <a:lnTo>
                  <a:pt x="566930" y="453487"/>
                </a:lnTo>
                <a:lnTo>
                  <a:pt x="575909" y="484405"/>
                </a:lnTo>
                <a:lnTo>
                  <a:pt x="566930" y="515323"/>
                </a:lnTo>
                <a:lnTo>
                  <a:pt x="539994" y="542597"/>
                </a:lnTo>
                <a:lnTo>
                  <a:pt x="0" y="901919"/>
                </a:lnTo>
                <a:lnTo>
                  <a:pt x="65206" y="945308"/>
                </a:lnTo>
                <a:lnTo>
                  <a:pt x="84575" y="955690"/>
                </a:lnTo>
                <a:lnTo>
                  <a:pt x="106046" y="963105"/>
                </a:lnTo>
                <a:lnTo>
                  <a:pt x="128917" y="967554"/>
                </a:lnTo>
                <a:lnTo>
                  <a:pt x="152488" y="969037"/>
                </a:lnTo>
                <a:lnTo>
                  <a:pt x="176060" y="967554"/>
                </a:lnTo>
                <a:lnTo>
                  <a:pt x="220402" y="955690"/>
                </a:lnTo>
                <a:lnTo>
                  <a:pt x="844632" y="542597"/>
                </a:lnTo>
                <a:lnTo>
                  <a:pt x="871759" y="515521"/>
                </a:lnTo>
                <a:lnTo>
                  <a:pt x="880801" y="484631"/>
                </a:lnTo>
                <a:lnTo>
                  <a:pt x="871759" y="453742"/>
                </a:lnTo>
                <a:lnTo>
                  <a:pt x="844632" y="426665"/>
                </a:lnTo>
                <a:lnTo>
                  <a:pt x="239771" y="23954"/>
                </a:lnTo>
                <a:lnTo>
                  <a:pt x="198931" y="5960"/>
                </a:lnTo>
                <a:lnTo>
                  <a:pt x="176060" y="1486"/>
                </a:lnTo>
                <a:lnTo>
                  <a:pt x="152488" y="0"/>
                </a:lnTo>
                <a:close/>
              </a:path>
              <a:path w="4837430" h="969645">
                <a:moveTo>
                  <a:pt x="165393" y="327904"/>
                </a:moveTo>
                <a:lnTo>
                  <a:pt x="143355" y="330708"/>
                </a:lnTo>
                <a:lnTo>
                  <a:pt x="124341" y="338639"/>
                </a:lnTo>
                <a:lnTo>
                  <a:pt x="110995" y="350976"/>
                </a:lnTo>
                <a:lnTo>
                  <a:pt x="105959" y="367000"/>
                </a:lnTo>
                <a:lnTo>
                  <a:pt x="105959" y="602254"/>
                </a:lnTo>
                <a:lnTo>
                  <a:pt x="110995" y="618243"/>
                </a:lnTo>
                <a:lnTo>
                  <a:pt x="124341" y="630503"/>
                </a:lnTo>
                <a:lnTo>
                  <a:pt x="143355" y="638356"/>
                </a:lnTo>
                <a:lnTo>
                  <a:pt x="165393" y="641124"/>
                </a:lnTo>
                <a:lnTo>
                  <a:pt x="176160" y="640467"/>
                </a:lnTo>
                <a:lnTo>
                  <a:pt x="318561" y="555249"/>
                </a:lnTo>
                <a:lnTo>
                  <a:pt x="351610" y="522279"/>
                </a:lnTo>
                <a:lnTo>
                  <a:pt x="362626" y="484712"/>
                </a:lnTo>
                <a:lnTo>
                  <a:pt x="351610" y="447103"/>
                </a:lnTo>
                <a:lnTo>
                  <a:pt x="318561" y="414006"/>
                </a:lnTo>
                <a:lnTo>
                  <a:pt x="206487" y="339430"/>
                </a:lnTo>
                <a:lnTo>
                  <a:pt x="165393" y="327904"/>
                </a:lnTo>
                <a:close/>
              </a:path>
              <a:path w="4837430" h="969645">
                <a:moveTo>
                  <a:pt x="337237" y="89038"/>
                </a:moveTo>
                <a:lnTo>
                  <a:pt x="844628" y="426664"/>
                </a:lnTo>
                <a:lnTo>
                  <a:pt x="871373" y="453741"/>
                </a:lnTo>
                <a:lnTo>
                  <a:pt x="880288" y="484630"/>
                </a:lnTo>
                <a:lnTo>
                  <a:pt x="871373" y="515520"/>
                </a:lnTo>
                <a:lnTo>
                  <a:pt x="844628" y="542596"/>
                </a:lnTo>
                <a:lnTo>
                  <a:pt x="337577" y="879770"/>
                </a:lnTo>
                <a:lnTo>
                  <a:pt x="4251686" y="879770"/>
                </a:lnTo>
                <a:lnTo>
                  <a:pt x="4836850" y="484517"/>
                </a:lnTo>
                <a:lnTo>
                  <a:pt x="4251686" y="89038"/>
                </a:lnTo>
                <a:lnTo>
                  <a:pt x="337237" y="89038"/>
                </a:lnTo>
                <a:close/>
              </a:path>
            </a:pathLst>
          </a:custGeom>
          <a:ln w="9524">
            <a:solidFill>
              <a:srgbClr val="0B9B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88324" y="2310616"/>
            <a:ext cx="4833620" cy="969644"/>
          </a:xfrm>
          <a:custGeom>
            <a:avLst/>
            <a:gdLst/>
            <a:ahLst/>
            <a:cxnLst/>
            <a:rect l="l" t="t" r="r" b="b"/>
            <a:pathLst>
              <a:path w="4833620" h="969645">
                <a:moveTo>
                  <a:pt x="152373" y="0"/>
                </a:moveTo>
                <a:lnTo>
                  <a:pt x="105965" y="5962"/>
                </a:lnTo>
                <a:lnTo>
                  <a:pt x="65157" y="23964"/>
                </a:lnTo>
                <a:lnTo>
                  <a:pt x="0" y="67371"/>
                </a:lnTo>
                <a:lnTo>
                  <a:pt x="539585" y="426383"/>
                </a:lnTo>
                <a:lnTo>
                  <a:pt x="566500" y="453668"/>
                </a:lnTo>
                <a:lnTo>
                  <a:pt x="575472" y="484599"/>
                </a:lnTo>
                <a:lnTo>
                  <a:pt x="566500" y="515529"/>
                </a:lnTo>
                <a:lnTo>
                  <a:pt x="539585" y="542814"/>
                </a:lnTo>
                <a:lnTo>
                  <a:pt x="0" y="902279"/>
                </a:lnTo>
                <a:lnTo>
                  <a:pt x="65157" y="945686"/>
                </a:lnTo>
                <a:lnTo>
                  <a:pt x="84511" y="956072"/>
                </a:lnTo>
                <a:lnTo>
                  <a:pt x="105965" y="963490"/>
                </a:lnTo>
                <a:lnTo>
                  <a:pt x="128819" y="967941"/>
                </a:lnTo>
                <a:lnTo>
                  <a:pt x="152373" y="969424"/>
                </a:lnTo>
                <a:lnTo>
                  <a:pt x="175927" y="967941"/>
                </a:lnTo>
                <a:lnTo>
                  <a:pt x="220235" y="956072"/>
                </a:lnTo>
                <a:lnTo>
                  <a:pt x="843992" y="542814"/>
                </a:lnTo>
                <a:lnTo>
                  <a:pt x="871099" y="515727"/>
                </a:lnTo>
                <a:lnTo>
                  <a:pt x="880134" y="484825"/>
                </a:lnTo>
                <a:lnTo>
                  <a:pt x="871099" y="453923"/>
                </a:lnTo>
                <a:lnTo>
                  <a:pt x="843992" y="426836"/>
                </a:lnTo>
                <a:lnTo>
                  <a:pt x="239589" y="23964"/>
                </a:lnTo>
                <a:lnTo>
                  <a:pt x="198781" y="5962"/>
                </a:lnTo>
                <a:lnTo>
                  <a:pt x="175927" y="1487"/>
                </a:lnTo>
                <a:lnTo>
                  <a:pt x="152373" y="0"/>
                </a:lnTo>
                <a:close/>
              </a:path>
              <a:path w="4833620" h="969645">
                <a:moveTo>
                  <a:pt x="165267" y="328035"/>
                </a:moveTo>
                <a:lnTo>
                  <a:pt x="143246" y="330840"/>
                </a:lnTo>
                <a:lnTo>
                  <a:pt x="124247" y="338774"/>
                </a:lnTo>
                <a:lnTo>
                  <a:pt x="110911" y="351117"/>
                </a:lnTo>
                <a:lnTo>
                  <a:pt x="105879" y="367147"/>
                </a:lnTo>
                <a:lnTo>
                  <a:pt x="105879" y="602495"/>
                </a:lnTo>
                <a:lnTo>
                  <a:pt x="110911" y="618490"/>
                </a:lnTo>
                <a:lnTo>
                  <a:pt x="124247" y="630754"/>
                </a:lnTo>
                <a:lnTo>
                  <a:pt x="143246" y="638611"/>
                </a:lnTo>
                <a:lnTo>
                  <a:pt x="165267" y="641380"/>
                </a:lnTo>
                <a:lnTo>
                  <a:pt x="176026" y="640723"/>
                </a:lnTo>
                <a:lnTo>
                  <a:pt x="318319" y="555470"/>
                </a:lnTo>
                <a:lnTo>
                  <a:pt x="351344" y="522488"/>
                </a:lnTo>
                <a:lnTo>
                  <a:pt x="362352" y="484905"/>
                </a:lnTo>
                <a:lnTo>
                  <a:pt x="351344" y="447281"/>
                </a:lnTo>
                <a:lnTo>
                  <a:pt x="318319" y="414171"/>
                </a:lnTo>
                <a:lnTo>
                  <a:pt x="206330" y="339565"/>
                </a:lnTo>
                <a:lnTo>
                  <a:pt x="165267" y="328035"/>
                </a:lnTo>
                <a:close/>
              </a:path>
              <a:path w="4833620" h="969645">
                <a:moveTo>
                  <a:pt x="336982" y="89073"/>
                </a:moveTo>
                <a:lnTo>
                  <a:pt x="843988" y="426834"/>
                </a:lnTo>
                <a:lnTo>
                  <a:pt x="870713" y="453922"/>
                </a:lnTo>
                <a:lnTo>
                  <a:pt x="879621" y="484824"/>
                </a:lnTo>
                <a:lnTo>
                  <a:pt x="870713" y="515726"/>
                </a:lnTo>
                <a:lnTo>
                  <a:pt x="843988" y="542813"/>
                </a:lnTo>
                <a:lnTo>
                  <a:pt x="337321" y="880122"/>
                </a:lnTo>
                <a:lnTo>
                  <a:pt x="4248464" y="880122"/>
                </a:lnTo>
                <a:lnTo>
                  <a:pt x="4833184" y="484711"/>
                </a:lnTo>
                <a:lnTo>
                  <a:pt x="4248464" y="89073"/>
                </a:lnTo>
                <a:lnTo>
                  <a:pt x="336982" y="89073"/>
                </a:lnTo>
                <a:close/>
              </a:path>
            </a:pathLst>
          </a:custGeom>
          <a:ln w="9524">
            <a:solidFill>
              <a:srgbClr val="0B9B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2384" y="1272994"/>
            <a:ext cx="4837430" cy="969644"/>
          </a:xfrm>
          <a:custGeom>
            <a:avLst/>
            <a:gdLst/>
            <a:ahLst/>
            <a:cxnLst/>
            <a:rect l="l" t="t" r="r" b="b"/>
            <a:pathLst>
              <a:path w="4837430" h="969644">
                <a:moveTo>
                  <a:pt x="152488" y="0"/>
                </a:moveTo>
                <a:lnTo>
                  <a:pt x="106046" y="5960"/>
                </a:lnTo>
                <a:lnTo>
                  <a:pt x="65206" y="23954"/>
                </a:lnTo>
                <a:lnTo>
                  <a:pt x="0" y="67344"/>
                </a:lnTo>
                <a:lnTo>
                  <a:pt x="539994" y="426213"/>
                </a:lnTo>
                <a:lnTo>
                  <a:pt x="566930" y="453487"/>
                </a:lnTo>
                <a:lnTo>
                  <a:pt x="575909" y="484405"/>
                </a:lnTo>
                <a:lnTo>
                  <a:pt x="566930" y="515323"/>
                </a:lnTo>
                <a:lnTo>
                  <a:pt x="539994" y="542597"/>
                </a:lnTo>
                <a:lnTo>
                  <a:pt x="0" y="901919"/>
                </a:lnTo>
                <a:lnTo>
                  <a:pt x="65206" y="945308"/>
                </a:lnTo>
                <a:lnTo>
                  <a:pt x="84575" y="955690"/>
                </a:lnTo>
                <a:lnTo>
                  <a:pt x="106046" y="963105"/>
                </a:lnTo>
                <a:lnTo>
                  <a:pt x="128917" y="967554"/>
                </a:lnTo>
                <a:lnTo>
                  <a:pt x="152488" y="969037"/>
                </a:lnTo>
                <a:lnTo>
                  <a:pt x="176060" y="967554"/>
                </a:lnTo>
                <a:lnTo>
                  <a:pt x="220402" y="955690"/>
                </a:lnTo>
                <a:lnTo>
                  <a:pt x="844632" y="542597"/>
                </a:lnTo>
                <a:lnTo>
                  <a:pt x="871759" y="515521"/>
                </a:lnTo>
                <a:lnTo>
                  <a:pt x="880801" y="484631"/>
                </a:lnTo>
                <a:lnTo>
                  <a:pt x="871759" y="453742"/>
                </a:lnTo>
                <a:lnTo>
                  <a:pt x="844632" y="426665"/>
                </a:lnTo>
                <a:lnTo>
                  <a:pt x="239771" y="23954"/>
                </a:lnTo>
                <a:lnTo>
                  <a:pt x="198931" y="5960"/>
                </a:lnTo>
                <a:lnTo>
                  <a:pt x="176060" y="1486"/>
                </a:lnTo>
                <a:lnTo>
                  <a:pt x="152488" y="0"/>
                </a:lnTo>
                <a:close/>
              </a:path>
              <a:path w="4837430" h="969644">
                <a:moveTo>
                  <a:pt x="165393" y="327904"/>
                </a:moveTo>
                <a:lnTo>
                  <a:pt x="143355" y="330708"/>
                </a:lnTo>
                <a:lnTo>
                  <a:pt x="124341" y="338639"/>
                </a:lnTo>
                <a:lnTo>
                  <a:pt x="110995" y="350976"/>
                </a:lnTo>
                <a:lnTo>
                  <a:pt x="105959" y="367000"/>
                </a:lnTo>
                <a:lnTo>
                  <a:pt x="105959" y="602254"/>
                </a:lnTo>
                <a:lnTo>
                  <a:pt x="110995" y="618243"/>
                </a:lnTo>
                <a:lnTo>
                  <a:pt x="124341" y="630503"/>
                </a:lnTo>
                <a:lnTo>
                  <a:pt x="143355" y="638356"/>
                </a:lnTo>
                <a:lnTo>
                  <a:pt x="165393" y="641124"/>
                </a:lnTo>
                <a:lnTo>
                  <a:pt x="176160" y="640467"/>
                </a:lnTo>
                <a:lnTo>
                  <a:pt x="318561" y="555249"/>
                </a:lnTo>
                <a:lnTo>
                  <a:pt x="351610" y="522279"/>
                </a:lnTo>
                <a:lnTo>
                  <a:pt x="362626" y="484712"/>
                </a:lnTo>
                <a:lnTo>
                  <a:pt x="351610" y="447103"/>
                </a:lnTo>
                <a:lnTo>
                  <a:pt x="318561" y="414006"/>
                </a:lnTo>
                <a:lnTo>
                  <a:pt x="206487" y="339430"/>
                </a:lnTo>
                <a:lnTo>
                  <a:pt x="165393" y="327904"/>
                </a:lnTo>
                <a:close/>
              </a:path>
              <a:path w="4837430" h="969644">
                <a:moveTo>
                  <a:pt x="337237" y="89038"/>
                </a:moveTo>
                <a:lnTo>
                  <a:pt x="844628" y="426664"/>
                </a:lnTo>
                <a:lnTo>
                  <a:pt x="871373" y="453741"/>
                </a:lnTo>
                <a:lnTo>
                  <a:pt x="880288" y="484630"/>
                </a:lnTo>
                <a:lnTo>
                  <a:pt x="871373" y="515520"/>
                </a:lnTo>
                <a:lnTo>
                  <a:pt x="844628" y="542596"/>
                </a:lnTo>
                <a:lnTo>
                  <a:pt x="337577" y="879771"/>
                </a:lnTo>
                <a:lnTo>
                  <a:pt x="4251686" y="879771"/>
                </a:lnTo>
                <a:lnTo>
                  <a:pt x="4836850" y="484517"/>
                </a:lnTo>
                <a:lnTo>
                  <a:pt x="4251686" y="89038"/>
                </a:lnTo>
                <a:lnTo>
                  <a:pt x="337237" y="89038"/>
                </a:lnTo>
                <a:close/>
              </a:path>
            </a:pathLst>
          </a:custGeom>
          <a:ln w="9524">
            <a:solidFill>
              <a:srgbClr val="0B9B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44375" y="2444311"/>
            <a:ext cx="6416675" cy="17900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64180" marR="5080">
              <a:lnSpc>
                <a:spcPct val="151000"/>
              </a:lnSpc>
              <a:spcBef>
                <a:spcPts val="100"/>
              </a:spcBef>
            </a:pPr>
            <a:r>
              <a:rPr dirty="0" sz="1200" spc="-25">
                <a:solidFill>
                  <a:srgbClr val="22244B"/>
                </a:solidFill>
                <a:latin typeface="Verdana"/>
                <a:cs typeface="Verdana"/>
              </a:rPr>
              <a:t>Headless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architecture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22244B"/>
                </a:solidFill>
                <a:latin typeface="Verdana"/>
                <a:cs typeface="Verdana"/>
              </a:rPr>
              <a:t>that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22244B"/>
                </a:solidFill>
                <a:latin typeface="Verdana"/>
                <a:cs typeface="Verdana"/>
              </a:rPr>
              <a:t>can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integrate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22244B"/>
                </a:solidFill>
                <a:latin typeface="Verdana"/>
                <a:cs typeface="Verdana"/>
              </a:rPr>
              <a:t>with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multiple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platforms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and communication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channels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Verdana"/>
              <a:cs typeface="Verdana"/>
            </a:endParaRPr>
          </a:p>
          <a:p>
            <a:pPr marL="12700" marR="2816860" indent="42545">
              <a:lnSpc>
                <a:spcPct val="151000"/>
              </a:lnSpc>
            </a:pPr>
            <a:r>
              <a:rPr dirty="0" sz="1200" spc="-35">
                <a:solidFill>
                  <a:srgbClr val="22244B"/>
                </a:solidFill>
                <a:latin typeface="Verdana"/>
                <a:cs typeface="Verdana"/>
              </a:rPr>
              <a:t>Designed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22244B"/>
                </a:solidFill>
                <a:latin typeface="Verdana"/>
                <a:cs typeface="Verdana"/>
              </a:rPr>
              <a:t>specifically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22244B"/>
                </a:solidFill>
                <a:latin typeface="Verdana"/>
                <a:cs typeface="Verdana"/>
              </a:rPr>
              <a:t>for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small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and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medium </a:t>
            </a:r>
            <a:r>
              <a:rPr dirty="0" sz="1200" spc="-30">
                <a:solidFill>
                  <a:srgbClr val="22244B"/>
                </a:solidFill>
                <a:latin typeface="Verdana"/>
                <a:cs typeface="Verdana"/>
              </a:rPr>
              <a:t>businesses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22244B"/>
                </a:solidFill>
                <a:latin typeface="Verdana"/>
                <a:cs typeface="Verdana"/>
              </a:rPr>
              <a:t>that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22244B"/>
                </a:solidFill>
                <a:latin typeface="Verdana"/>
                <a:cs typeface="Verdana"/>
              </a:rPr>
              <a:t>need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a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lightweight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and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affordable solution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5075" y="816979"/>
            <a:ext cx="4158615" cy="1153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2244B"/>
                </a:solidFill>
                <a:latin typeface="Tahoma"/>
                <a:cs typeface="Tahoma"/>
              </a:rPr>
              <a:t>Why</a:t>
            </a:r>
            <a:r>
              <a:rPr dirty="0" sz="1200" spc="-55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2244B"/>
                </a:solidFill>
                <a:latin typeface="Tahoma"/>
                <a:cs typeface="Tahoma"/>
              </a:rPr>
              <a:t>is</a:t>
            </a:r>
            <a:r>
              <a:rPr dirty="0" sz="1200" spc="-55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22244B"/>
                </a:solidFill>
                <a:latin typeface="Tahoma"/>
                <a:cs typeface="Tahoma"/>
              </a:rPr>
              <a:t>our</a:t>
            </a:r>
            <a:r>
              <a:rPr dirty="0" sz="1200" spc="-55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spc="-30" b="1">
                <a:solidFill>
                  <a:srgbClr val="22244B"/>
                </a:solidFill>
                <a:latin typeface="Tahoma"/>
                <a:cs typeface="Tahoma"/>
              </a:rPr>
              <a:t>solution</a:t>
            </a:r>
            <a:r>
              <a:rPr dirty="0" sz="1200" spc="-55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2244B"/>
                </a:solidFill>
                <a:latin typeface="Tahoma"/>
                <a:cs typeface="Tahoma"/>
              </a:rPr>
              <a:t>different?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Tahoma"/>
              <a:cs typeface="Tahoma"/>
            </a:endParaRPr>
          </a:p>
          <a:p>
            <a:pPr marL="891540" marR="5080">
              <a:lnSpc>
                <a:spcPct val="151000"/>
              </a:lnSpc>
            </a:pP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Fully conversational </a:t>
            </a:r>
            <a:r>
              <a:rPr dirty="0" sz="1200" spc="-35">
                <a:solidFill>
                  <a:srgbClr val="22244B"/>
                </a:solidFill>
                <a:latin typeface="Verdana"/>
                <a:cs typeface="Verdana"/>
              </a:rPr>
              <a:t>experience</a:t>
            </a:r>
            <a:r>
              <a:rPr dirty="0" sz="1200" spc="-40">
                <a:solidFill>
                  <a:srgbClr val="22244B"/>
                </a:solidFill>
                <a:latin typeface="Verdana"/>
                <a:cs typeface="Verdana"/>
              </a:rPr>
              <a:t> using</a:t>
            </a: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22244B"/>
                </a:solidFill>
                <a:latin typeface="Verdana"/>
                <a:cs typeface="Verdana"/>
              </a:rPr>
              <a:t>chat </a:t>
            </a:r>
            <a:r>
              <a:rPr dirty="0" sz="1200" spc="-35">
                <a:solidFill>
                  <a:srgbClr val="22244B"/>
                </a:solidFill>
                <a:latin typeface="Verdana"/>
                <a:cs typeface="Verdana"/>
              </a:rPr>
              <a:t>or </a:t>
            </a:r>
            <a:r>
              <a:rPr dirty="0" sz="1200" spc="-20">
                <a:solidFill>
                  <a:srgbClr val="22244B"/>
                </a:solidFill>
                <a:latin typeface="Verdana"/>
                <a:cs typeface="Verdana"/>
              </a:rPr>
              <a:t>voice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instead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22244B"/>
                </a:solidFill>
                <a:latin typeface="Verdana"/>
                <a:cs typeface="Verdana"/>
              </a:rPr>
              <a:t>of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traditional </a:t>
            </a:r>
            <a:r>
              <a:rPr dirty="0" sz="1200">
                <a:solidFill>
                  <a:srgbClr val="22244B"/>
                </a:solidFill>
                <a:latin typeface="Verdana"/>
                <a:cs typeface="Verdana"/>
              </a:rPr>
              <a:t>CRM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screens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0537" y="3264924"/>
            <a:ext cx="4251325" cy="871855"/>
          </a:xfrm>
          <a:custGeom>
            <a:avLst/>
            <a:gdLst/>
            <a:ahLst/>
            <a:cxnLst/>
            <a:rect l="l" t="t" r="r" b="b"/>
            <a:pathLst>
              <a:path w="4251325" h="871854">
                <a:moveTo>
                  <a:pt x="134023" y="0"/>
                </a:moveTo>
                <a:lnTo>
                  <a:pt x="93204" y="5361"/>
                </a:lnTo>
                <a:lnTo>
                  <a:pt x="57310" y="21549"/>
                </a:lnTo>
                <a:lnTo>
                  <a:pt x="0" y="60583"/>
                </a:lnTo>
                <a:lnTo>
                  <a:pt x="474605" y="383422"/>
                </a:lnTo>
                <a:lnTo>
                  <a:pt x="498279" y="407957"/>
                </a:lnTo>
                <a:lnTo>
                  <a:pt x="506171" y="435771"/>
                </a:lnTo>
                <a:lnTo>
                  <a:pt x="498279" y="463585"/>
                </a:lnTo>
                <a:lnTo>
                  <a:pt x="474605" y="488120"/>
                </a:lnTo>
                <a:lnTo>
                  <a:pt x="0" y="811366"/>
                </a:lnTo>
                <a:lnTo>
                  <a:pt x="57310" y="850400"/>
                </a:lnTo>
                <a:lnTo>
                  <a:pt x="74334" y="859739"/>
                </a:lnTo>
                <a:lnTo>
                  <a:pt x="93204" y="866409"/>
                </a:lnTo>
                <a:lnTo>
                  <a:pt x="113306" y="870412"/>
                </a:lnTo>
                <a:lnTo>
                  <a:pt x="134023" y="871746"/>
                </a:lnTo>
                <a:lnTo>
                  <a:pt x="154741" y="870412"/>
                </a:lnTo>
                <a:lnTo>
                  <a:pt x="193713" y="859739"/>
                </a:lnTo>
                <a:lnTo>
                  <a:pt x="742354" y="488120"/>
                </a:lnTo>
                <a:lnTo>
                  <a:pt x="774144" y="435974"/>
                </a:lnTo>
                <a:lnTo>
                  <a:pt x="766197" y="408186"/>
                </a:lnTo>
                <a:lnTo>
                  <a:pt x="210736" y="21549"/>
                </a:lnTo>
                <a:lnTo>
                  <a:pt x="174842" y="5361"/>
                </a:lnTo>
                <a:lnTo>
                  <a:pt x="154741" y="1337"/>
                </a:lnTo>
                <a:lnTo>
                  <a:pt x="134023" y="0"/>
                </a:lnTo>
                <a:close/>
              </a:path>
              <a:path w="4251325" h="871854">
                <a:moveTo>
                  <a:pt x="145365" y="294983"/>
                </a:moveTo>
                <a:lnTo>
                  <a:pt x="125996" y="297505"/>
                </a:lnTo>
                <a:lnTo>
                  <a:pt x="109284" y="304639"/>
                </a:lnTo>
                <a:lnTo>
                  <a:pt x="97555" y="315738"/>
                </a:lnTo>
                <a:lnTo>
                  <a:pt x="93128" y="330153"/>
                </a:lnTo>
                <a:lnTo>
                  <a:pt x="93128" y="541788"/>
                </a:lnTo>
                <a:lnTo>
                  <a:pt x="97555" y="556171"/>
                </a:lnTo>
                <a:lnTo>
                  <a:pt x="109284" y="567200"/>
                </a:lnTo>
                <a:lnTo>
                  <a:pt x="125996" y="574265"/>
                </a:lnTo>
                <a:lnTo>
                  <a:pt x="145365" y="576755"/>
                </a:lnTo>
                <a:lnTo>
                  <a:pt x="154828" y="576164"/>
                </a:lnTo>
                <a:lnTo>
                  <a:pt x="279986" y="499502"/>
                </a:lnTo>
                <a:lnTo>
                  <a:pt x="309033" y="469842"/>
                </a:lnTo>
                <a:lnTo>
                  <a:pt x="318715" y="436047"/>
                </a:lnTo>
                <a:lnTo>
                  <a:pt x="309033" y="402213"/>
                </a:lnTo>
                <a:lnTo>
                  <a:pt x="279986" y="372440"/>
                </a:lnTo>
                <a:lnTo>
                  <a:pt x="181483" y="305351"/>
                </a:lnTo>
                <a:lnTo>
                  <a:pt x="145365" y="294983"/>
                </a:lnTo>
                <a:close/>
              </a:path>
              <a:path w="4251325" h="871854">
                <a:moveTo>
                  <a:pt x="296400" y="80098"/>
                </a:moveTo>
                <a:lnTo>
                  <a:pt x="742351" y="383827"/>
                </a:lnTo>
                <a:lnTo>
                  <a:pt x="765857" y="408185"/>
                </a:lnTo>
                <a:lnTo>
                  <a:pt x="773693" y="435973"/>
                </a:lnTo>
                <a:lnTo>
                  <a:pt x="765857" y="463762"/>
                </a:lnTo>
                <a:lnTo>
                  <a:pt x="742351" y="488120"/>
                </a:lnTo>
                <a:lnTo>
                  <a:pt x="296699" y="791442"/>
                </a:lnTo>
                <a:lnTo>
                  <a:pt x="3736844" y="791442"/>
                </a:lnTo>
                <a:lnTo>
                  <a:pt x="4251149" y="435872"/>
                </a:lnTo>
                <a:lnTo>
                  <a:pt x="3736844" y="80098"/>
                </a:lnTo>
                <a:lnTo>
                  <a:pt x="296400" y="80098"/>
                </a:lnTo>
                <a:close/>
              </a:path>
            </a:pathLst>
          </a:custGeom>
          <a:ln w="9524">
            <a:solidFill>
              <a:srgbClr val="0B9B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64780" y="2197547"/>
            <a:ext cx="4346575" cy="871855"/>
          </a:xfrm>
          <a:custGeom>
            <a:avLst/>
            <a:gdLst/>
            <a:ahLst/>
            <a:cxnLst/>
            <a:rect l="l" t="t" r="r" b="b"/>
            <a:pathLst>
              <a:path w="4346575" h="871855">
                <a:moveTo>
                  <a:pt x="137020" y="0"/>
                </a:moveTo>
                <a:lnTo>
                  <a:pt x="95288" y="5361"/>
                </a:lnTo>
                <a:lnTo>
                  <a:pt x="58591" y="21549"/>
                </a:lnTo>
                <a:lnTo>
                  <a:pt x="0" y="60582"/>
                </a:lnTo>
                <a:lnTo>
                  <a:pt x="485216" y="383421"/>
                </a:lnTo>
                <a:lnTo>
                  <a:pt x="509420" y="407957"/>
                </a:lnTo>
                <a:lnTo>
                  <a:pt x="517487" y="435771"/>
                </a:lnTo>
                <a:lnTo>
                  <a:pt x="509420" y="463585"/>
                </a:lnTo>
                <a:lnTo>
                  <a:pt x="485216" y="488120"/>
                </a:lnTo>
                <a:lnTo>
                  <a:pt x="0" y="811366"/>
                </a:lnTo>
                <a:lnTo>
                  <a:pt x="58591" y="850400"/>
                </a:lnTo>
                <a:lnTo>
                  <a:pt x="75996" y="859739"/>
                </a:lnTo>
                <a:lnTo>
                  <a:pt x="95288" y="866409"/>
                </a:lnTo>
                <a:lnTo>
                  <a:pt x="115839" y="870412"/>
                </a:lnTo>
                <a:lnTo>
                  <a:pt x="137020" y="871746"/>
                </a:lnTo>
                <a:lnTo>
                  <a:pt x="158200" y="870412"/>
                </a:lnTo>
                <a:lnTo>
                  <a:pt x="198044" y="859739"/>
                </a:lnTo>
                <a:lnTo>
                  <a:pt x="758951" y="488120"/>
                </a:lnTo>
                <a:lnTo>
                  <a:pt x="791452" y="435974"/>
                </a:lnTo>
                <a:lnTo>
                  <a:pt x="783327" y="408186"/>
                </a:lnTo>
                <a:lnTo>
                  <a:pt x="215447" y="21549"/>
                </a:lnTo>
                <a:lnTo>
                  <a:pt x="178751" y="5361"/>
                </a:lnTo>
                <a:lnTo>
                  <a:pt x="158200" y="1337"/>
                </a:lnTo>
                <a:lnTo>
                  <a:pt x="137020" y="0"/>
                </a:lnTo>
                <a:close/>
              </a:path>
              <a:path w="4346575" h="871855">
                <a:moveTo>
                  <a:pt x="148615" y="294983"/>
                </a:moveTo>
                <a:lnTo>
                  <a:pt x="128812" y="297505"/>
                </a:lnTo>
                <a:lnTo>
                  <a:pt x="111728" y="304639"/>
                </a:lnTo>
                <a:lnTo>
                  <a:pt x="99736" y="315738"/>
                </a:lnTo>
                <a:lnTo>
                  <a:pt x="95210" y="330153"/>
                </a:lnTo>
                <a:lnTo>
                  <a:pt x="95210" y="541788"/>
                </a:lnTo>
                <a:lnTo>
                  <a:pt x="99736" y="556171"/>
                </a:lnTo>
                <a:lnTo>
                  <a:pt x="111728" y="567200"/>
                </a:lnTo>
                <a:lnTo>
                  <a:pt x="128812" y="574265"/>
                </a:lnTo>
                <a:lnTo>
                  <a:pt x="148615" y="576755"/>
                </a:lnTo>
                <a:lnTo>
                  <a:pt x="158290" y="576164"/>
                </a:lnTo>
                <a:lnTo>
                  <a:pt x="286245" y="499501"/>
                </a:lnTo>
                <a:lnTo>
                  <a:pt x="315942" y="469842"/>
                </a:lnTo>
                <a:lnTo>
                  <a:pt x="325841" y="436047"/>
                </a:lnTo>
                <a:lnTo>
                  <a:pt x="315942" y="402213"/>
                </a:lnTo>
                <a:lnTo>
                  <a:pt x="286245" y="372440"/>
                </a:lnTo>
                <a:lnTo>
                  <a:pt x="185540" y="305351"/>
                </a:lnTo>
                <a:lnTo>
                  <a:pt x="148615" y="294983"/>
                </a:lnTo>
                <a:close/>
              </a:path>
              <a:path w="4346575" h="871855">
                <a:moveTo>
                  <a:pt x="303027" y="80098"/>
                </a:moveTo>
                <a:lnTo>
                  <a:pt x="758947" y="383827"/>
                </a:lnTo>
                <a:lnTo>
                  <a:pt x="782979" y="408185"/>
                </a:lnTo>
                <a:lnTo>
                  <a:pt x="790990" y="435973"/>
                </a:lnTo>
                <a:lnTo>
                  <a:pt x="782979" y="463762"/>
                </a:lnTo>
                <a:lnTo>
                  <a:pt x="758947" y="488119"/>
                </a:lnTo>
                <a:lnTo>
                  <a:pt x="303332" y="791442"/>
                </a:lnTo>
                <a:lnTo>
                  <a:pt x="3820390" y="791442"/>
                </a:lnTo>
                <a:lnTo>
                  <a:pt x="4346194" y="435872"/>
                </a:lnTo>
                <a:lnTo>
                  <a:pt x="3820390" y="80098"/>
                </a:lnTo>
                <a:lnTo>
                  <a:pt x="303027" y="80098"/>
                </a:lnTo>
                <a:close/>
              </a:path>
            </a:pathLst>
          </a:custGeom>
          <a:ln w="9524">
            <a:solidFill>
              <a:srgbClr val="0B9B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48502" y="4249320"/>
            <a:ext cx="4346575" cy="822325"/>
          </a:xfrm>
          <a:custGeom>
            <a:avLst/>
            <a:gdLst/>
            <a:ahLst/>
            <a:cxnLst/>
            <a:rect l="l" t="t" r="r" b="b"/>
            <a:pathLst>
              <a:path w="4346575" h="822325">
                <a:moveTo>
                  <a:pt x="137019" y="0"/>
                </a:moveTo>
                <a:lnTo>
                  <a:pt x="95288" y="5055"/>
                </a:lnTo>
                <a:lnTo>
                  <a:pt x="58591" y="20318"/>
                </a:lnTo>
                <a:lnTo>
                  <a:pt x="0" y="57122"/>
                </a:lnTo>
                <a:lnTo>
                  <a:pt x="485216" y="361519"/>
                </a:lnTo>
                <a:lnTo>
                  <a:pt x="509420" y="384653"/>
                </a:lnTo>
                <a:lnTo>
                  <a:pt x="517487" y="410878"/>
                </a:lnTo>
                <a:lnTo>
                  <a:pt x="509420" y="437103"/>
                </a:lnTo>
                <a:lnTo>
                  <a:pt x="485216" y="460237"/>
                </a:lnTo>
                <a:lnTo>
                  <a:pt x="0" y="765018"/>
                </a:lnTo>
                <a:lnTo>
                  <a:pt x="58591" y="801822"/>
                </a:lnTo>
                <a:lnTo>
                  <a:pt x="75996" y="810627"/>
                </a:lnTo>
                <a:lnTo>
                  <a:pt x="95288" y="816917"/>
                </a:lnTo>
                <a:lnTo>
                  <a:pt x="115839" y="820691"/>
                </a:lnTo>
                <a:lnTo>
                  <a:pt x="137019" y="821949"/>
                </a:lnTo>
                <a:lnTo>
                  <a:pt x="158200" y="820691"/>
                </a:lnTo>
                <a:lnTo>
                  <a:pt x="198044" y="810627"/>
                </a:lnTo>
                <a:lnTo>
                  <a:pt x="758952" y="460237"/>
                </a:lnTo>
                <a:lnTo>
                  <a:pt x="791452" y="411070"/>
                </a:lnTo>
                <a:lnTo>
                  <a:pt x="783327" y="384869"/>
                </a:lnTo>
                <a:lnTo>
                  <a:pt x="215448" y="20318"/>
                </a:lnTo>
                <a:lnTo>
                  <a:pt x="178751" y="5055"/>
                </a:lnTo>
                <a:lnTo>
                  <a:pt x="158200" y="1260"/>
                </a:lnTo>
                <a:lnTo>
                  <a:pt x="137019" y="0"/>
                </a:lnTo>
                <a:close/>
              </a:path>
              <a:path w="4346575" h="822325">
                <a:moveTo>
                  <a:pt x="148615" y="278132"/>
                </a:moveTo>
                <a:lnTo>
                  <a:pt x="128813" y="280511"/>
                </a:lnTo>
                <a:lnTo>
                  <a:pt x="111728" y="287238"/>
                </a:lnTo>
                <a:lnTo>
                  <a:pt x="99736" y="297702"/>
                </a:lnTo>
                <a:lnTo>
                  <a:pt x="95211" y="311294"/>
                </a:lnTo>
                <a:lnTo>
                  <a:pt x="95211" y="510839"/>
                </a:lnTo>
                <a:lnTo>
                  <a:pt x="99736" y="524401"/>
                </a:lnTo>
                <a:lnTo>
                  <a:pt x="111728" y="534800"/>
                </a:lnTo>
                <a:lnTo>
                  <a:pt x="128813" y="541461"/>
                </a:lnTo>
                <a:lnTo>
                  <a:pt x="148615" y="543809"/>
                </a:lnTo>
                <a:lnTo>
                  <a:pt x="158290" y="543252"/>
                </a:lnTo>
                <a:lnTo>
                  <a:pt x="286245" y="470968"/>
                </a:lnTo>
                <a:lnTo>
                  <a:pt x="315942" y="443003"/>
                </a:lnTo>
                <a:lnTo>
                  <a:pt x="325841" y="411139"/>
                </a:lnTo>
                <a:lnTo>
                  <a:pt x="315942" y="379238"/>
                </a:lnTo>
                <a:lnTo>
                  <a:pt x="286245" y="351165"/>
                </a:lnTo>
                <a:lnTo>
                  <a:pt x="185540" y="287908"/>
                </a:lnTo>
                <a:lnTo>
                  <a:pt x="148615" y="278132"/>
                </a:lnTo>
                <a:close/>
              </a:path>
              <a:path w="4346575" h="822325">
                <a:moveTo>
                  <a:pt x="303027" y="75523"/>
                </a:moveTo>
                <a:lnTo>
                  <a:pt x="758948" y="361902"/>
                </a:lnTo>
                <a:lnTo>
                  <a:pt x="782980" y="384868"/>
                </a:lnTo>
                <a:lnTo>
                  <a:pt x="790990" y="411069"/>
                </a:lnTo>
                <a:lnTo>
                  <a:pt x="782980" y="437270"/>
                </a:lnTo>
                <a:lnTo>
                  <a:pt x="758948" y="460237"/>
                </a:lnTo>
                <a:lnTo>
                  <a:pt x="303332" y="746232"/>
                </a:lnTo>
                <a:lnTo>
                  <a:pt x="3820390" y="746232"/>
                </a:lnTo>
                <a:lnTo>
                  <a:pt x="4346194" y="410973"/>
                </a:lnTo>
                <a:lnTo>
                  <a:pt x="3820390" y="75523"/>
                </a:lnTo>
                <a:lnTo>
                  <a:pt x="303027" y="75523"/>
                </a:lnTo>
                <a:close/>
              </a:path>
            </a:pathLst>
          </a:custGeom>
          <a:ln w="9524">
            <a:solidFill>
              <a:srgbClr val="0B9B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20305" y="1194210"/>
            <a:ext cx="4346575" cy="871855"/>
          </a:xfrm>
          <a:custGeom>
            <a:avLst/>
            <a:gdLst/>
            <a:ahLst/>
            <a:cxnLst/>
            <a:rect l="l" t="t" r="r" b="b"/>
            <a:pathLst>
              <a:path w="4346575" h="871855">
                <a:moveTo>
                  <a:pt x="137020" y="0"/>
                </a:moveTo>
                <a:lnTo>
                  <a:pt x="95288" y="5362"/>
                </a:lnTo>
                <a:lnTo>
                  <a:pt x="58592" y="21549"/>
                </a:lnTo>
                <a:lnTo>
                  <a:pt x="0" y="60583"/>
                </a:lnTo>
                <a:lnTo>
                  <a:pt x="485216" y="383422"/>
                </a:lnTo>
                <a:lnTo>
                  <a:pt x="509420" y="407957"/>
                </a:lnTo>
                <a:lnTo>
                  <a:pt x="517488" y="435771"/>
                </a:lnTo>
                <a:lnTo>
                  <a:pt x="509420" y="463585"/>
                </a:lnTo>
                <a:lnTo>
                  <a:pt x="485216" y="488121"/>
                </a:lnTo>
                <a:lnTo>
                  <a:pt x="0" y="811366"/>
                </a:lnTo>
                <a:lnTo>
                  <a:pt x="58592" y="850400"/>
                </a:lnTo>
                <a:lnTo>
                  <a:pt x="75996" y="859739"/>
                </a:lnTo>
                <a:lnTo>
                  <a:pt x="95288" y="866410"/>
                </a:lnTo>
                <a:lnTo>
                  <a:pt x="115839" y="870412"/>
                </a:lnTo>
                <a:lnTo>
                  <a:pt x="137020" y="871746"/>
                </a:lnTo>
                <a:lnTo>
                  <a:pt x="158200" y="870412"/>
                </a:lnTo>
                <a:lnTo>
                  <a:pt x="198044" y="859739"/>
                </a:lnTo>
                <a:lnTo>
                  <a:pt x="758951" y="488121"/>
                </a:lnTo>
                <a:lnTo>
                  <a:pt x="791452" y="435974"/>
                </a:lnTo>
                <a:lnTo>
                  <a:pt x="783327" y="408186"/>
                </a:lnTo>
                <a:lnTo>
                  <a:pt x="215448" y="21549"/>
                </a:lnTo>
                <a:lnTo>
                  <a:pt x="178751" y="5362"/>
                </a:lnTo>
                <a:lnTo>
                  <a:pt x="158200" y="1337"/>
                </a:lnTo>
                <a:lnTo>
                  <a:pt x="137020" y="0"/>
                </a:lnTo>
                <a:close/>
              </a:path>
              <a:path w="4346575" h="871855">
                <a:moveTo>
                  <a:pt x="148615" y="294983"/>
                </a:moveTo>
                <a:lnTo>
                  <a:pt x="128812" y="297505"/>
                </a:lnTo>
                <a:lnTo>
                  <a:pt x="111728" y="304640"/>
                </a:lnTo>
                <a:lnTo>
                  <a:pt x="99736" y="315739"/>
                </a:lnTo>
                <a:lnTo>
                  <a:pt x="95211" y="330154"/>
                </a:lnTo>
                <a:lnTo>
                  <a:pt x="95211" y="541788"/>
                </a:lnTo>
                <a:lnTo>
                  <a:pt x="99736" y="556171"/>
                </a:lnTo>
                <a:lnTo>
                  <a:pt x="111728" y="567200"/>
                </a:lnTo>
                <a:lnTo>
                  <a:pt x="128812" y="574265"/>
                </a:lnTo>
                <a:lnTo>
                  <a:pt x="148615" y="576755"/>
                </a:lnTo>
                <a:lnTo>
                  <a:pt x="158290" y="576165"/>
                </a:lnTo>
                <a:lnTo>
                  <a:pt x="286246" y="499502"/>
                </a:lnTo>
                <a:lnTo>
                  <a:pt x="315942" y="469842"/>
                </a:lnTo>
                <a:lnTo>
                  <a:pt x="325841" y="436047"/>
                </a:lnTo>
                <a:lnTo>
                  <a:pt x="315942" y="402214"/>
                </a:lnTo>
                <a:lnTo>
                  <a:pt x="286246" y="372440"/>
                </a:lnTo>
                <a:lnTo>
                  <a:pt x="185540" y="305351"/>
                </a:lnTo>
                <a:lnTo>
                  <a:pt x="148615" y="294983"/>
                </a:lnTo>
                <a:close/>
              </a:path>
              <a:path w="4346575" h="871855">
                <a:moveTo>
                  <a:pt x="303027" y="80098"/>
                </a:moveTo>
                <a:lnTo>
                  <a:pt x="758948" y="383827"/>
                </a:lnTo>
                <a:lnTo>
                  <a:pt x="782980" y="408185"/>
                </a:lnTo>
                <a:lnTo>
                  <a:pt x="790990" y="435973"/>
                </a:lnTo>
                <a:lnTo>
                  <a:pt x="782980" y="463762"/>
                </a:lnTo>
                <a:lnTo>
                  <a:pt x="758948" y="488120"/>
                </a:lnTo>
                <a:lnTo>
                  <a:pt x="303332" y="791442"/>
                </a:lnTo>
                <a:lnTo>
                  <a:pt x="3820390" y="791442"/>
                </a:lnTo>
                <a:lnTo>
                  <a:pt x="4346194" y="435872"/>
                </a:lnTo>
                <a:lnTo>
                  <a:pt x="3820390" y="80098"/>
                </a:lnTo>
                <a:lnTo>
                  <a:pt x="303027" y="80098"/>
                </a:lnTo>
                <a:close/>
              </a:path>
            </a:pathLst>
          </a:custGeom>
          <a:ln w="9524">
            <a:solidFill>
              <a:srgbClr val="0B9B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19902" y="1368297"/>
            <a:ext cx="698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1225" y="1249638"/>
            <a:ext cx="2693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200" spc="-30">
                <a:solidFill>
                  <a:srgbClr val="22244B"/>
                </a:solidFill>
                <a:latin typeface="Verdana"/>
                <a:cs typeface="Verdana"/>
              </a:rPr>
              <a:t>Provides</a:t>
            </a: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real-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time</a:t>
            </a:r>
            <a:r>
              <a:rPr dirty="0" sz="1200" spc="-35">
                <a:solidFill>
                  <a:srgbClr val="22244B"/>
                </a:solidFill>
                <a:latin typeface="Verdana"/>
                <a:cs typeface="Verdana"/>
              </a:rPr>
              <a:t> follow-</a:t>
            </a:r>
            <a:r>
              <a:rPr dirty="0" sz="1200" spc="-30">
                <a:solidFill>
                  <a:srgbClr val="22244B"/>
                </a:solidFill>
                <a:latin typeface="Verdana"/>
                <a:cs typeface="Verdana"/>
              </a:rPr>
              <a:t>up</a:t>
            </a:r>
            <a:r>
              <a:rPr dirty="0" sz="1200" spc="-4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22244B"/>
                </a:solidFill>
                <a:latin typeface="Verdana"/>
                <a:cs typeface="Verdana"/>
              </a:rPr>
              <a:t>tracking </a:t>
            </a:r>
            <a:r>
              <a:rPr dirty="0" sz="1200">
                <a:solidFill>
                  <a:srgbClr val="22244B"/>
                </a:solidFill>
                <a:latin typeface="Verdana"/>
                <a:cs typeface="Verdana"/>
              </a:rPr>
              <a:t>and</a:t>
            </a:r>
            <a:r>
              <a:rPr dirty="0" sz="1200" spc="48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instant</a:t>
            </a:r>
            <a:r>
              <a:rPr dirty="0" sz="1200" spc="-8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22244B"/>
                </a:solidFill>
                <a:latin typeface="Verdana"/>
                <a:cs typeface="Verdana"/>
              </a:rPr>
              <a:t>sales</a:t>
            </a:r>
            <a:r>
              <a:rPr dirty="0" sz="1200" spc="-9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reporting.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7250" y="2269289"/>
            <a:ext cx="23374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200" spc="-25">
                <a:solidFill>
                  <a:srgbClr val="22244B"/>
                </a:solidFill>
                <a:latin typeface="Verdana"/>
                <a:cs typeface="Verdana"/>
              </a:rPr>
              <a:t>Reduces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manual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data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entry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22244B"/>
                </a:solidFill>
                <a:latin typeface="Verdana"/>
                <a:cs typeface="Verdana"/>
              </a:rPr>
              <a:t>and 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improves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22244B"/>
                </a:solidFill>
                <a:latin typeface="Verdana"/>
                <a:cs typeface="Verdana"/>
              </a:rPr>
              <a:t>CRM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data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consistency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4925" y="3364289"/>
            <a:ext cx="5888990" cy="1517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73680">
              <a:lnSpc>
                <a:spcPct val="150000"/>
              </a:lnSpc>
              <a:spcBef>
                <a:spcPts val="100"/>
              </a:spcBef>
            </a:pP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Automatically extracts and</a:t>
            </a: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 structures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sales 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information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from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22244B"/>
                </a:solidFill>
                <a:latin typeface="Verdana"/>
                <a:cs typeface="Verdana"/>
              </a:rPr>
              <a:t>natural</a:t>
            </a: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language.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Verdana"/>
              <a:cs typeface="Verdana"/>
            </a:endParaRPr>
          </a:p>
          <a:p>
            <a:pPr marL="3042285" marR="5080">
              <a:lnSpc>
                <a:spcPct val="150000"/>
              </a:lnSpc>
            </a:pP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Easier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adoption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22244B"/>
                </a:solidFill>
                <a:latin typeface="Verdana"/>
                <a:cs typeface="Verdana"/>
              </a:rPr>
              <a:t>for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non-</a:t>
            </a:r>
            <a:r>
              <a:rPr dirty="0" sz="1200" spc="-25">
                <a:solidFill>
                  <a:srgbClr val="22244B"/>
                </a:solidFill>
                <a:latin typeface="Verdana"/>
                <a:cs typeface="Verdana"/>
              </a:rPr>
              <a:t>technical</a:t>
            </a:r>
            <a:r>
              <a:rPr dirty="0" sz="1200" spc="-5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users </a:t>
            </a:r>
            <a:r>
              <a:rPr dirty="0" sz="1200" spc="-40">
                <a:solidFill>
                  <a:srgbClr val="22244B"/>
                </a:solidFill>
                <a:latin typeface="Verdana"/>
                <a:cs typeface="Verdana"/>
              </a:rPr>
              <a:t>compared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to</a:t>
            </a:r>
            <a:r>
              <a:rPr dirty="0" sz="12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22244B"/>
                </a:solidFill>
                <a:latin typeface="Verdana"/>
                <a:cs typeface="Verdana"/>
              </a:rPr>
              <a:t>enterprise</a:t>
            </a:r>
            <a:r>
              <a:rPr dirty="0" sz="12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22244B"/>
                </a:solidFill>
                <a:latin typeface="Verdana"/>
                <a:cs typeface="Verdana"/>
              </a:rPr>
              <a:t>CRM</a:t>
            </a:r>
            <a:r>
              <a:rPr dirty="0" sz="1200" spc="-6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Verdana"/>
                <a:cs typeface="Verdana"/>
              </a:rPr>
              <a:t>systems.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865075" y="235134"/>
            <a:ext cx="31140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Market</a:t>
            </a:r>
            <a:r>
              <a:rPr dirty="0" spc="-229"/>
              <a:t> </a:t>
            </a:r>
            <a:r>
              <a:rPr dirty="0" spc="-30"/>
              <a:t>Research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5075" y="816979"/>
            <a:ext cx="22123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2244B"/>
                </a:solidFill>
                <a:latin typeface="Tahoma"/>
                <a:cs typeface="Tahoma"/>
              </a:rPr>
              <a:t>Why</a:t>
            </a:r>
            <a:r>
              <a:rPr dirty="0" sz="1200" spc="-55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2244B"/>
                </a:solidFill>
                <a:latin typeface="Tahoma"/>
                <a:cs typeface="Tahoma"/>
              </a:rPr>
              <a:t>is</a:t>
            </a:r>
            <a:r>
              <a:rPr dirty="0" sz="1200" spc="-55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22244B"/>
                </a:solidFill>
                <a:latin typeface="Tahoma"/>
                <a:cs typeface="Tahoma"/>
              </a:rPr>
              <a:t>our</a:t>
            </a:r>
            <a:r>
              <a:rPr dirty="0" sz="1200" spc="-55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spc="-30" b="1">
                <a:solidFill>
                  <a:srgbClr val="22244B"/>
                </a:solidFill>
                <a:latin typeface="Tahoma"/>
                <a:cs typeface="Tahoma"/>
              </a:rPr>
              <a:t>solution</a:t>
            </a:r>
            <a:r>
              <a:rPr dirty="0" sz="1200" spc="-55" b="1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2244B"/>
                </a:solidFill>
                <a:latin typeface="Tahoma"/>
                <a:cs typeface="Tahoma"/>
              </a:rPr>
              <a:t>different?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02648"/>
            <a:ext cx="4099776" cy="29408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4924" y="0"/>
            <a:ext cx="2379076" cy="323733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07485" y="4073972"/>
            <a:ext cx="2437130" cy="1069975"/>
          </a:xfrm>
          <a:custGeom>
            <a:avLst/>
            <a:gdLst/>
            <a:ahLst/>
            <a:cxnLst/>
            <a:rect l="l" t="t" r="r" b="b"/>
            <a:pathLst>
              <a:path w="2437129" h="1069975">
                <a:moveTo>
                  <a:pt x="1417245" y="453924"/>
                </a:moveTo>
                <a:lnTo>
                  <a:pt x="1409440" y="453924"/>
                </a:lnTo>
                <a:lnTo>
                  <a:pt x="1784065" y="35774"/>
                </a:lnTo>
                <a:lnTo>
                  <a:pt x="1780623" y="29580"/>
                </a:lnTo>
                <a:lnTo>
                  <a:pt x="1779290" y="22724"/>
                </a:lnTo>
                <a:lnTo>
                  <a:pt x="1780170" y="15757"/>
                </a:lnTo>
                <a:lnTo>
                  <a:pt x="1783365" y="9224"/>
                </a:lnTo>
                <a:lnTo>
                  <a:pt x="1787665" y="3199"/>
                </a:lnTo>
                <a:lnTo>
                  <a:pt x="1794490" y="0"/>
                </a:lnTo>
                <a:lnTo>
                  <a:pt x="1805840" y="0"/>
                </a:lnTo>
                <a:lnTo>
                  <a:pt x="1810340" y="1324"/>
                </a:lnTo>
                <a:lnTo>
                  <a:pt x="1819065" y="7574"/>
                </a:lnTo>
                <a:lnTo>
                  <a:pt x="1822240" y="12699"/>
                </a:lnTo>
                <a:lnTo>
                  <a:pt x="1823190" y="18524"/>
                </a:lnTo>
                <a:lnTo>
                  <a:pt x="1823923" y="22724"/>
                </a:lnTo>
                <a:lnTo>
                  <a:pt x="1823340" y="27149"/>
                </a:lnTo>
                <a:lnTo>
                  <a:pt x="1821590" y="31074"/>
                </a:lnTo>
                <a:lnTo>
                  <a:pt x="1828345" y="36024"/>
                </a:lnTo>
                <a:lnTo>
                  <a:pt x="1818415" y="36024"/>
                </a:lnTo>
                <a:lnTo>
                  <a:pt x="1815278" y="39899"/>
                </a:lnTo>
                <a:lnTo>
                  <a:pt x="1788190" y="39899"/>
                </a:lnTo>
                <a:lnTo>
                  <a:pt x="1417245" y="453924"/>
                </a:lnTo>
                <a:close/>
              </a:path>
              <a:path w="2437129" h="1069975">
                <a:moveTo>
                  <a:pt x="2436514" y="488950"/>
                </a:moveTo>
                <a:lnTo>
                  <a:pt x="1818415" y="36024"/>
                </a:lnTo>
                <a:lnTo>
                  <a:pt x="1828345" y="36024"/>
                </a:lnTo>
                <a:lnTo>
                  <a:pt x="2436514" y="481696"/>
                </a:lnTo>
                <a:lnTo>
                  <a:pt x="2436514" y="488950"/>
                </a:lnTo>
                <a:close/>
              </a:path>
              <a:path w="2437129" h="1069975">
                <a:moveTo>
                  <a:pt x="1803715" y="44149"/>
                </a:moveTo>
                <a:lnTo>
                  <a:pt x="1796401" y="44149"/>
                </a:lnTo>
                <a:lnTo>
                  <a:pt x="1792240" y="42824"/>
                </a:lnTo>
                <a:lnTo>
                  <a:pt x="1788365" y="40049"/>
                </a:lnTo>
                <a:lnTo>
                  <a:pt x="1788190" y="39899"/>
                </a:lnTo>
                <a:lnTo>
                  <a:pt x="1815278" y="39899"/>
                </a:lnTo>
                <a:lnTo>
                  <a:pt x="1815015" y="40224"/>
                </a:lnTo>
                <a:lnTo>
                  <a:pt x="1810340" y="43074"/>
                </a:lnTo>
                <a:lnTo>
                  <a:pt x="1803715" y="44149"/>
                </a:lnTo>
                <a:close/>
              </a:path>
              <a:path w="2437129" h="1069975">
                <a:moveTo>
                  <a:pt x="1216529" y="180488"/>
                </a:moveTo>
                <a:lnTo>
                  <a:pt x="1210249" y="180488"/>
                </a:lnTo>
                <a:lnTo>
                  <a:pt x="1205795" y="179174"/>
                </a:lnTo>
                <a:lnTo>
                  <a:pt x="1201990" y="176449"/>
                </a:lnTo>
                <a:lnTo>
                  <a:pt x="1196190" y="170199"/>
                </a:lnTo>
                <a:lnTo>
                  <a:pt x="1195983" y="169924"/>
                </a:lnTo>
                <a:lnTo>
                  <a:pt x="1193059" y="162049"/>
                </a:lnTo>
                <a:lnTo>
                  <a:pt x="1193264" y="154828"/>
                </a:lnTo>
                <a:lnTo>
                  <a:pt x="1193299" y="153563"/>
                </a:lnTo>
                <a:lnTo>
                  <a:pt x="1196915" y="145549"/>
                </a:lnTo>
                <a:lnTo>
                  <a:pt x="1200340" y="140749"/>
                </a:lnTo>
                <a:lnTo>
                  <a:pt x="1205465" y="137549"/>
                </a:lnTo>
                <a:lnTo>
                  <a:pt x="1211265" y="136599"/>
                </a:lnTo>
                <a:lnTo>
                  <a:pt x="1212865" y="136299"/>
                </a:lnTo>
                <a:lnTo>
                  <a:pt x="1219490" y="136299"/>
                </a:lnTo>
                <a:lnTo>
                  <a:pt x="1223940" y="137699"/>
                </a:lnTo>
                <a:lnTo>
                  <a:pt x="1227740" y="140449"/>
                </a:lnTo>
                <a:lnTo>
                  <a:pt x="1233715" y="146880"/>
                </a:lnTo>
                <a:lnTo>
                  <a:pt x="1236671" y="154828"/>
                </a:lnTo>
                <a:lnTo>
                  <a:pt x="1236466" y="162049"/>
                </a:lnTo>
                <a:lnTo>
                  <a:pt x="1236431" y="163305"/>
                </a:lnTo>
                <a:lnTo>
                  <a:pt x="1225290" y="177824"/>
                </a:lnTo>
                <a:lnTo>
                  <a:pt x="1226515" y="179949"/>
                </a:lnTo>
                <a:lnTo>
                  <a:pt x="1219765" y="179949"/>
                </a:lnTo>
                <a:lnTo>
                  <a:pt x="1218115" y="180324"/>
                </a:lnTo>
                <a:lnTo>
                  <a:pt x="1216529" y="180488"/>
                </a:lnTo>
                <a:close/>
              </a:path>
              <a:path w="2437129" h="1069975">
                <a:moveTo>
                  <a:pt x="814340" y="214124"/>
                </a:moveTo>
                <a:lnTo>
                  <a:pt x="808090" y="214124"/>
                </a:lnTo>
                <a:lnTo>
                  <a:pt x="803640" y="212824"/>
                </a:lnTo>
                <a:lnTo>
                  <a:pt x="799790" y="210049"/>
                </a:lnTo>
                <a:lnTo>
                  <a:pt x="793818" y="203629"/>
                </a:lnTo>
                <a:lnTo>
                  <a:pt x="790865" y="195681"/>
                </a:lnTo>
                <a:lnTo>
                  <a:pt x="791065" y="188449"/>
                </a:lnTo>
                <a:lnTo>
                  <a:pt x="810976" y="169924"/>
                </a:lnTo>
                <a:lnTo>
                  <a:pt x="817290" y="169924"/>
                </a:lnTo>
                <a:lnTo>
                  <a:pt x="821366" y="171199"/>
                </a:lnTo>
                <a:lnTo>
                  <a:pt x="821591" y="171199"/>
                </a:lnTo>
                <a:lnTo>
                  <a:pt x="825565" y="174049"/>
                </a:lnTo>
                <a:lnTo>
                  <a:pt x="831523" y="180488"/>
                </a:lnTo>
                <a:lnTo>
                  <a:pt x="834468" y="188449"/>
                </a:lnTo>
                <a:lnTo>
                  <a:pt x="834266" y="195681"/>
                </a:lnTo>
                <a:lnTo>
                  <a:pt x="834231" y="196936"/>
                </a:lnTo>
                <a:lnTo>
                  <a:pt x="830640" y="204949"/>
                </a:lnTo>
                <a:lnTo>
                  <a:pt x="828665" y="207699"/>
                </a:lnTo>
                <a:lnTo>
                  <a:pt x="826165" y="209774"/>
                </a:lnTo>
                <a:lnTo>
                  <a:pt x="823390" y="211324"/>
                </a:lnTo>
                <a:lnTo>
                  <a:pt x="824027" y="213474"/>
                </a:lnTo>
                <a:lnTo>
                  <a:pt x="817940" y="213474"/>
                </a:lnTo>
                <a:lnTo>
                  <a:pt x="816165" y="213899"/>
                </a:lnTo>
                <a:lnTo>
                  <a:pt x="814340" y="214124"/>
                </a:lnTo>
                <a:close/>
              </a:path>
              <a:path w="2437129" h="1069975">
                <a:moveTo>
                  <a:pt x="1540179" y="1069527"/>
                </a:moveTo>
                <a:lnTo>
                  <a:pt x="1534261" y="1069527"/>
                </a:lnTo>
                <a:lnTo>
                  <a:pt x="1395265" y="494374"/>
                </a:lnTo>
                <a:lnTo>
                  <a:pt x="1391465" y="493999"/>
                </a:lnTo>
                <a:lnTo>
                  <a:pt x="1387740" y="492749"/>
                </a:lnTo>
                <a:lnTo>
                  <a:pt x="1384540" y="490424"/>
                </a:lnTo>
                <a:lnTo>
                  <a:pt x="1378554" y="483990"/>
                </a:lnTo>
                <a:lnTo>
                  <a:pt x="1375596" y="476034"/>
                </a:lnTo>
                <a:lnTo>
                  <a:pt x="1375709" y="472024"/>
                </a:lnTo>
                <a:lnTo>
                  <a:pt x="1375835" y="467548"/>
                </a:lnTo>
                <a:lnTo>
                  <a:pt x="1379440" y="459524"/>
                </a:lnTo>
                <a:lnTo>
                  <a:pt x="1379740" y="459124"/>
                </a:lnTo>
                <a:lnTo>
                  <a:pt x="1380115" y="458849"/>
                </a:lnTo>
                <a:lnTo>
                  <a:pt x="1380390" y="458524"/>
                </a:lnTo>
                <a:lnTo>
                  <a:pt x="1219765" y="179949"/>
                </a:lnTo>
                <a:lnTo>
                  <a:pt x="1226515" y="179949"/>
                </a:lnTo>
                <a:lnTo>
                  <a:pt x="1384765" y="454399"/>
                </a:lnTo>
                <a:lnTo>
                  <a:pt x="1416819" y="454399"/>
                </a:lnTo>
                <a:lnTo>
                  <a:pt x="1413840" y="457724"/>
                </a:lnTo>
                <a:lnTo>
                  <a:pt x="1419140" y="463649"/>
                </a:lnTo>
                <a:lnTo>
                  <a:pt x="1420715" y="472024"/>
                </a:lnTo>
                <a:lnTo>
                  <a:pt x="1418190" y="479449"/>
                </a:lnTo>
                <a:lnTo>
                  <a:pt x="1438111" y="484899"/>
                </a:lnTo>
                <a:lnTo>
                  <a:pt x="1415565" y="484899"/>
                </a:lnTo>
                <a:lnTo>
                  <a:pt x="1415315" y="485299"/>
                </a:lnTo>
                <a:lnTo>
                  <a:pt x="1411915" y="490074"/>
                </a:lnTo>
                <a:lnTo>
                  <a:pt x="1406865" y="493199"/>
                </a:lnTo>
                <a:lnTo>
                  <a:pt x="1401140" y="494199"/>
                </a:lnTo>
                <a:lnTo>
                  <a:pt x="1540179" y="1069527"/>
                </a:lnTo>
                <a:close/>
              </a:path>
              <a:path w="2437129" h="1069975">
                <a:moveTo>
                  <a:pt x="2391315" y="250499"/>
                </a:moveTo>
                <a:lnTo>
                  <a:pt x="2383978" y="250499"/>
                </a:lnTo>
                <a:lnTo>
                  <a:pt x="2379840" y="249174"/>
                </a:lnTo>
                <a:lnTo>
                  <a:pt x="2376040" y="246474"/>
                </a:lnTo>
                <a:lnTo>
                  <a:pt x="2370069" y="240037"/>
                </a:lnTo>
                <a:lnTo>
                  <a:pt x="2367192" y="232277"/>
                </a:lnTo>
                <a:lnTo>
                  <a:pt x="2367280" y="226410"/>
                </a:lnTo>
                <a:lnTo>
                  <a:pt x="2367360" y="223598"/>
                </a:lnTo>
                <a:lnTo>
                  <a:pt x="2370965" y="215599"/>
                </a:lnTo>
                <a:lnTo>
                  <a:pt x="2375265" y="209574"/>
                </a:lnTo>
                <a:lnTo>
                  <a:pt x="2382090" y="206374"/>
                </a:lnTo>
                <a:lnTo>
                  <a:pt x="2393440" y="206374"/>
                </a:lnTo>
                <a:lnTo>
                  <a:pt x="2410765" y="224849"/>
                </a:lnTo>
                <a:lnTo>
                  <a:pt x="2436514" y="226410"/>
                </a:lnTo>
                <a:lnTo>
                  <a:pt x="2436514" y="230724"/>
                </a:lnTo>
                <a:lnTo>
                  <a:pt x="2410915" y="230724"/>
                </a:lnTo>
                <a:lnTo>
                  <a:pt x="2410540" y="234524"/>
                </a:lnTo>
                <a:lnTo>
                  <a:pt x="2409215" y="238199"/>
                </a:lnTo>
                <a:lnTo>
                  <a:pt x="2405440" y="243474"/>
                </a:lnTo>
                <a:lnTo>
                  <a:pt x="2403540" y="245224"/>
                </a:lnTo>
                <a:lnTo>
                  <a:pt x="2401465" y="246649"/>
                </a:lnTo>
                <a:lnTo>
                  <a:pt x="2403253" y="249174"/>
                </a:lnTo>
                <a:lnTo>
                  <a:pt x="2403359" y="249324"/>
                </a:lnTo>
                <a:lnTo>
                  <a:pt x="2396190" y="249324"/>
                </a:lnTo>
                <a:lnTo>
                  <a:pt x="2395015" y="249724"/>
                </a:lnTo>
                <a:lnTo>
                  <a:pt x="2393815" y="250099"/>
                </a:lnTo>
                <a:lnTo>
                  <a:pt x="2391315" y="250499"/>
                </a:lnTo>
                <a:close/>
              </a:path>
              <a:path w="2437129" h="1069975">
                <a:moveTo>
                  <a:pt x="958140" y="686599"/>
                </a:moveTo>
                <a:lnTo>
                  <a:pt x="948015" y="686599"/>
                </a:lnTo>
                <a:lnTo>
                  <a:pt x="943515" y="685274"/>
                </a:lnTo>
                <a:lnTo>
                  <a:pt x="939640" y="682474"/>
                </a:lnTo>
                <a:lnTo>
                  <a:pt x="933668" y="676051"/>
                </a:lnTo>
                <a:lnTo>
                  <a:pt x="930715" y="668096"/>
                </a:lnTo>
                <a:lnTo>
                  <a:pt x="930942" y="659893"/>
                </a:lnTo>
                <a:lnTo>
                  <a:pt x="930949" y="659612"/>
                </a:lnTo>
                <a:lnTo>
                  <a:pt x="934540" y="651599"/>
                </a:lnTo>
                <a:lnTo>
                  <a:pt x="937340" y="647749"/>
                </a:lnTo>
                <a:lnTo>
                  <a:pt x="941165" y="645174"/>
                </a:lnTo>
                <a:lnTo>
                  <a:pt x="945461" y="643699"/>
                </a:lnTo>
                <a:lnTo>
                  <a:pt x="945300" y="643699"/>
                </a:lnTo>
                <a:lnTo>
                  <a:pt x="818133" y="214124"/>
                </a:lnTo>
                <a:lnTo>
                  <a:pt x="818066" y="213899"/>
                </a:lnTo>
                <a:lnTo>
                  <a:pt x="817940" y="213474"/>
                </a:lnTo>
                <a:lnTo>
                  <a:pt x="824027" y="213474"/>
                </a:lnTo>
                <a:lnTo>
                  <a:pt x="950996" y="642374"/>
                </a:lnTo>
                <a:lnTo>
                  <a:pt x="957015" y="642374"/>
                </a:lnTo>
                <a:lnTo>
                  <a:pt x="974202" y="668096"/>
                </a:lnTo>
                <a:lnTo>
                  <a:pt x="971565" y="675549"/>
                </a:lnTo>
                <a:lnTo>
                  <a:pt x="976414" y="680249"/>
                </a:lnTo>
                <a:lnTo>
                  <a:pt x="968015" y="680249"/>
                </a:lnTo>
                <a:lnTo>
                  <a:pt x="963790" y="684399"/>
                </a:lnTo>
                <a:lnTo>
                  <a:pt x="958140" y="686599"/>
                </a:lnTo>
                <a:close/>
              </a:path>
              <a:path w="2437129" h="1069975">
                <a:moveTo>
                  <a:pt x="2436514" y="232277"/>
                </a:moveTo>
                <a:lnTo>
                  <a:pt x="2410915" y="230724"/>
                </a:lnTo>
                <a:lnTo>
                  <a:pt x="2436514" y="230724"/>
                </a:lnTo>
                <a:lnTo>
                  <a:pt x="2436514" y="232277"/>
                </a:lnTo>
                <a:close/>
              </a:path>
              <a:path w="2437129" h="1069975">
                <a:moveTo>
                  <a:pt x="2436514" y="306287"/>
                </a:moveTo>
                <a:lnTo>
                  <a:pt x="2396190" y="249324"/>
                </a:lnTo>
                <a:lnTo>
                  <a:pt x="2403359" y="249324"/>
                </a:lnTo>
                <a:lnTo>
                  <a:pt x="2436514" y="296150"/>
                </a:lnTo>
                <a:lnTo>
                  <a:pt x="2436514" y="306287"/>
                </a:lnTo>
                <a:close/>
              </a:path>
              <a:path w="2437129" h="1069975">
                <a:moveTo>
                  <a:pt x="1416819" y="454399"/>
                </a:moveTo>
                <a:lnTo>
                  <a:pt x="1384765" y="454399"/>
                </a:lnTo>
                <a:lnTo>
                  <a:pt x="1388490" y="451774"/>
                </a:lnTo>
                <a:lnTo>
                  <a:pt x="1392865" y="450274"/>
                </a:lnTo>
                <a:lnTo>
                  <a:pt x="1401540" y="450274"/>
                </a:lnTo>
                <a:lnTo>
                  <a:pt x="1405740" y="451474"/>
                </a:lnTo>
                <a:lnTo>
                  <a:pt x="1409440" y="453924"/>
                </a:lnTo>
                <a:lnTo>
                  <a:pt x="1417245" y="453924"/>
                </a:lnTo>
                <a:lnTo>
                  <a:pt x="1416819" y="454399"/>
                </a:lnTo>
                <a:close/>
              </a:path>
              <a:path w="2437129" h="1069975">
                <a:moveTo>
                  <a:pt x="1931447" y="1069527"/>
                </a:moveTo>
                <a:lnTo>
                  <a:pt x="1920132" y="1069527"/>
                </a:lnTo>
                <a:lnTo>
                  <a:pt x="2411615" y="769149"/>
                </a:lnTo>
                <a:lnTo>
                  <a:pt x="2411365" y="768224"/>
                </a:lnTo>
                <a:lnTo>
                  <a:pt x="2411065" y="767349"/>
                </a:lnTo>
                <a:lnTo>
                  <a:pt x="2410390" y="763349"/>
                </a:lnTo>
                <a:lnTo>
                  <a:pt x="2410590" y="760274"/>
                </a:lnTo>
                <a:lnTo>
                  <a:pt x="2411340" y="757324"/>
                </a:lnTo>
                <a:lnTo>
                  <a:pt x="1415565" y="484899"/>
                </a:lnTo>
                <a:lnTo>
                  <a:pt x="1438111" y="484899"/>
                </a:lnTo>
                <a:lnTo>
                  <a:pt x="2413615" y="751774"/>
                </a:lnTo>
                <a:lnTo>
                  <a:pt x="2436514" y="751774"/>
                </a:lnTo>
                <a:lnTo>
                  <a:pt x="2436514" y="774574"/>
                </a:lnTo>
                <a:lnTo>
                  <a:pt x="2414015" y="774574"/>
                </a:lnTo>
                <a:lnTo>
                  <a:pt x="1931447" y="1069527"/>
                </a:lnTo>
                <a:close/>
              </a:path>
              <a:path w="2437129" h="1069975">
                <a:moveTo>
                  <a:pt x="1378005" y="1069527"/>
                </a:moveTo>
                <a:lnTo>
                  <a:pt x="1369650" y="1069527"/>
                </a:lnTo>
                <a:lnTo>
                  <a:pt x="968015" y="680249"/>
                </a:lnTo>
                <a:lnTo>
                  <a:pt x="976414" y="680249"/>
                </a:lnTo>
                <a:lnTo>
                  <a:pt x="1378005" y="1069527"/>
                </a:lnTo>
                <a:close/>
              </a:path>
              <a:path w="2437129" h="1069975">
                <a:moveTo>
                  <a:pt x="2436514" y="751774"/>
                </a:moveTo>
                <a:lnTo>
                  <a:pt x="2413615" y="751774"/>
                </a:lnTo>
                <a:lnTo>
                  <a:pt x="2413990" y="751099"/>
                </a:lnTo>
                <a:lnTo>
                  <a:pt x="2414290" y="750424"/>
                </a:lnTo>
                <a:lnTo>
                  <a:pt x="2414715" y="749774"/>
                </a:lnTo>
                <a:lnTo>
                  <a:pt x="2419065" y="743774"/>
                </a:lnTo>
                <a:lnTo>
                  <a:pt x="2425865" y="740549"/>
                </a:lnTo>
                <a:lnTo>
                  <a:pt x="2436514" y="740549"/>
                </a:lnTo>
                <a:lnTo>
                  <a:pt x="2436514" y="751774"/>
                </a:lnTo>
                <a:close/>
              </a:path>
              <a:path w="2437129" h="1069975">
                <a:moveTo>
                  <a:pt x="2420002" y="1069527"/>
                </a:moveTo>
                <a:lnTo>
                  <a:pt x="2414110" y="1069527"/>
                </a:lnTo>
                <a:lnTo>
                  <a:pt x="2428083" y="784594"/>
                </a:lnTo>
                <a:lnTo>
                  <a:pt x="2428090" y="784449"/>
                </a:lnTo>
                <a:lnTo>
                  <a:pt x="2425165" y="783799"/>
                </a:lnTo>
                <a:lnTo>
                  <a:pt x="2422340" y="782599"/>
                </a:lnTo>
                <a:lnTo>
                  <a:pt x="2419865" y="780774"/>
                </a:lnTo>
                <a:lnTo>
                  <a:pt x="2417490" y="779099"/>
                </a:lnTo>
                <a:lnTo>
                  <a:pt x="2415490" y="776974"/>
                </a:lnTo>
                <a:lnTo>
                  <a:pt x="2414015" y="774574"/>
                </a:lnTo>
                <a:lnTo>
                  <a:pt x="2436514" y="774574"/>
                </a:lnTo>
                <a:lnTo>
                  <a:pt x="2436514" y="784594"/>
                </a:lnTo>
                <a:lnTo>
                  <a:pt x="2433975" y="784594"/>
                </a:lnTo>
                <a:lnTo>
                  <a:pt x="2420002" y="1069527"/>
                </a:lnTo>
                <a:close/>
              </a:path>
              <a:path w="2437129" h="1069975">
                <a:moveTo>
                  <a:pt x="639140" y="1065499"/>
                </a:moveTo>
                <a:lnTo>
                  <a:pt x="627765" y="1065499"/>
                </a:lnTo>
                <a:lnTo>
                  <a:pt x="623265" y="1064149"/>
                </a:lnTo>
                <a:lnTo>
                  <a:pt x="614565" y="1057899"/>
                </a:lnTo>
                <a:lnTo>
                  <a:pt x="611365" y="1052799"/>
                </a:lnTo>
                <a:lnTo>
                  <a:pt x="609440" y="1041099"/>
                </a:lnTo>
                <a:lnTo>
                  <a:pt x="610815" y="1035274"/>
                </a:lnTo>
                <a:lnTo>
                  <a:pt x="614265" y="1030474"/>
                </a:lnTo>
                <a:lnTo>
                  <a:pt x="617690" y="1025649"/>
                </a:lnTo>
                <a:lnTo>
                  <a:pt x="622815" y="1022474"/>
                </a:lnTo>
                <a:lnTo>
                  <a:pt x="630411" y="1021199"/>
                </a:lnTo>
                <a:lnTo>
                  <a:pt x="636890" y="1021199"/>
                </a:lnTo>
                <a:lnTo>
                  <a:pt x="640920" y="1022474"/>
                </a:lnTo>
                <a:lnTo>
                  <a:pt x="641140" y="1022474"/>
                </a:lnTo>
                <a:lnTo>
                  <a:pt x="652015" y="1030274"/>
                </a:lnTo>
                <a:lnTo>
                  <a:pt x="655115" y="1038499"/>
                </a:lnTo>
                <a:lnTo>
                  <a:pt x="654065" y="1046324"/>
                </a:lnTo>
                <a:lnTo>
                  <a:pt x="672625" y="1052024"/>
                </a:lnTo>
                <a:lnTo>
                  <a:pt x="652590" y="1052024"/>
                </a:lnTo>
                <a:lnTo>
                  <a:pt x="651990" y="1053499"/>
                </a:lnTo>
                <a:lnTo>
                  <a:pt x="651215" y="1054924"/>
                </a:lnTo>
                <a:lnTo>
                  <a:pt x="645940" y="1062299"/>
                </a:lnTo>
                <a:lnTo>
                  <a:pt x="639140" y="1065499"/>
                </a:lnTo>
                <a:close/>
              </a:path>
              <a:path w="2437129" h="1069975">
                <a:moveTo>
                  <a:pt x="729616" y="1069527"/>
                </a:moveTo>
                <a:lnTo>
                  <a:pt x="709580" y="1069527"/>
                </a:lnTo>
                <a:lnTo>
                  <a:pt x="652590" y="1052024"/>
                </a:lnTo>
                <a:lnTo>
                  <a:pt x="672625" y="1052024"/>
                </a:lnTo>
                <a:lnTo>
                  <a:pt x="729616" y="1069527"/>
                </a:lnTo>
                <a:close/>
              </a:path>
              <a:path w="2437129" h="1069975">
                <a:moveTo>
                  <a:pt x="23915" y="839099"/>
                </a:moveTo>
                <a:lnTo>
                  <a:pt x="16899" y="839099"/>
                </a:lnTo>
                <a:lnTo>
                  <a:pt x="12715" y="837799"/>
                </a:lnTo>
                <a:lnTo>
                  <a:pt x="8940" y="835049"/>
                </a:lnTo>
                <a:lnTo>
                  <a:pt x="2957" y="828636"/>
                </a:lnTo>
                <a:lnTo>
                  <a:pt x="0" y="820681"/>
                </a:lnTo>
                <a:lnTo>
                  <a:pt x="191" y="813474"/>
                </a:lnTo>
                <a:lnTo>
                  <a:pt x="225" y="812191"/>
                </a:lnTo>
                <a:lnTo>
                  <a:pt x="3790" y="804174"/>
                </a:lnTo>
                <a:lnTo>
                  <a:pt x="8115" y="798149"/>
                </a:lnTo>
                <a:lnTo>
                  <a:pt x="14940" y="794949"/>
                </a:lnTo>
                <a:lnTo>
                  <a:pt x="26290" y="794949"/>
                </a:lnTo>
                <a:lnTo>
                  <a:pt x="30765" y="796274"/>
                </a:lnTo>
                <a:lnTo>
                  <a:pt x="39490" y="802549"/>
                </a:lnTo>
                <a:lnTo>
                  <a:pt x="42665" y="807649"/>
                </a:lnTo>
                <a:lnTo>
                  <a:pt x="43615" y="813474"/>
                </a:lnTo>
                <a:lnTo>
                  <a:pt x="44615" y="819324"/>
                </a:lnTo>
                <a:lnTo>
                  <a:pt x="43215" y="825174"/>
                </a:lnTo>
                <a:lnTo>
                  <a:pt x="37440" y="833274"/>
                </a:lnTo>
                <a:lnTo>
                  <a:pt x="34265" y="835724"/>
                </a:lnTo>
                <a:lnTo>
                  <a:pt x="30665" y="837299"/>
                </a:lnTo>
                <a:lnTo>
                  <a:pt x="31059" y="838924"/>
                </a:lnTo>
                <a:lnTo>
                  <a:pt x="25040" y="838924"/>
                </a:lnTo>
                <a:lnTo>
                  <a:pt x="23915" y="839099"/>
                </a:lnTo>
                <a:close/>
              </a:path>
              <a:path w="2437129" h="1069975">
                <a:moveTo>
                  <a:pt x="86986" y="1069527"/>
                </a:moveTo>
                <a:lnTo>
                  <a:pt x="80957" y="1069527"/>
                </a:lnTo>
                <a:lnTo>
                  <a:pt x="25083" y="839099"/>
                </a:lnTo>
                <a:lnTo>
                  <a:pt x="25040" y="838924"/>
                </a:lnTo>
                <a:lnTo>
                  <a:pt x="31059" y="838924"/>
                </a:lnTo>
                <a:lnTo>
                  <a:pt x="86986" y="1069527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5599500" y="0"/>
            <a:ext cx="3544570" cy="5143500"/>
            <a:chOff x="5599500" y="0"/>
            <a:chExt cx="3544570" cy="5143500"/>
          </a:xfrm>
        </p:grpSpPr>
        <p:sp>
          <p:nvSpPr>
            <p:cNvPr id="6" name="object 6"/>
            <p:cNvSpPr/>
            <p:nvPr/>
          </p:nvSpPr>
          <p:spPr>
            <a:xfrm>
              <a:off x="8860950" y="3811697"/>
              <a:ext cx="283210" cy="48895"/>
            </a:xfrm>
            <a:custGeom>
              <a:avLst/>
              <a:gdLst/>
              <a:ahLst/>
              <a:cxnLst/>
              <a:rect l="l" t="t" r="r" b="b"/>
              <a:pathLst>
                <a:path w="283209" h="48895">
                  <a:moveTo>
                    <a:pt x="283049" y="48767"/>
                  </a:moveTo>
                  <a:lnTo>
                    <a:pt x="44349" y="26699"/>
                  </a:lnTo>
                  <a:lnTo>
                    <a:pt x="43749" y="29624"/>
                  </a:lnTo>
                  <a:lnTo>
                    <a:pt x="42524" y="32474"/>
                  </a:lnTo>
                  <a:lnTo>
                    <a:pt x="23874" y="44324"/>
                  </a:lnTo>
                  <a:lnTo>
                    <a:pt x="18074" y="44324"/>
                  </a:lnTo>
                  <a:lnTo>
                    <a:pt x="974" y="25724"/>
                  </a:lnTo>
                  <a:lnTo>
                    <a:pt x="0" y="19874"/>
                  </a:lnTo>
                  <a:lnTo>
                    <a:pt x="1374" y="14049"/>
                  </a:lnTo>
                  <a:lnTo>
                    <a:pt x="4799" y="9224"/>
                  </a:lnTo>
                  <a:lnTo>
                    <a:pt x="9124" y="3199"/>
                  </a:lnTo>
                  <a:lnTo>
                    <a:pt x="15949" y="0"/>
                  </a:lnTo>
                  <a:lnTo>
                    <a:pt x="27324" y="0"/>
                  </a:lnTo>
                  <a:lnTo>
                    <a:pt x="31774" y="1349"/>
                  </a:lnTo>
                  <a:lnTo>
                    <a:pt x="35699" y="4149"/>
                  </a:lnTo>
                  <a:lnTo>
                    <a:pt x="41349" y="8174"/>
                  </a:lnTo>
                  <a:lnTo>
                    <a:pt x="44374" y="14399"/>
                  </a:lnTo>
                  <a:lnTo>
                    <a:pt x="44774" y="20799"/>
                  </a:lnTo>
                  <a:lnTo>
                    <a:pt x="283049" y="42848"/>
                  </a:lnTo>
                  <a:lnTo>
                    <a:pt x="283049" y="48767"/>
                  </a:lnTo>
                  <a:close/>
                </a:path>
              </a:pathLst>
            </a:custGeom>
            <a:solidFill>
              <a:srgbClr val="E1E4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9500" y="0"/>
              <a:ext cx="3544499" cy="5143499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93024" y="502810"/>
            <a:ext cx="232981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Target</a:t>
            </a:r>
            <a:r>
              <a:rPr dirty="0" spc="-229"/>
              <a:t> </a:t>
            </a:r>
            <a:r>
              <a:rPr dirty="0" spc="-55"/>
              <a:t>Users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49900" y="1478420"/>
            <a:ext cx="3841115" cy="2496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0">
                <a:solidFill>
                  <a:srgbClr val="22244B"/>
                </a:solidFill>
                <a:latin typeface="Verdana"/>
                <a:cs typeface="Verdana"/>
              </a:rPr>
              <a:t>Small</a:t>
            </a:r>
            <a:r>
              <a:rPr dirty="0" sz="1300" spc="-9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2244B"/>
                </a:solidFill>
                <a:latin typeface="Verdana"/>
                <a:cs typeface="Verdana"/>
              </a:rPr>
              <a:t>and</a:t>
            </a:r>
            <a:r>
              <a:rPr dirty="0" sz="1300" spc="-9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22244B"/>
                </a:solidFill>
                <a:latin typeface="Verdana"/>
                <a:cs typeface="Verdana"/>
              </a:rPr>
              <a:t>medium</a:t>
            </a:r>
            <a:r>
              <a:rPr dirty="0" sz="1300" spc="-9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2244B"/>
                </a:solidFill>
                <a:latin typeface="Verdana"/>
                <a:cs typeface="Verdana"/>
              </a:rPr>
              <a:t>business</a:t>
            </a:r>
            <a:r>
              <a:rPr dirty="0" sz="1300" spc="-9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2244B"/>
                </a:solidFill>
                <a:latin typeface="Verdana"/>
                <a:cs typeface="Verdana"/>
              </a:rPr>
              <a:t>sales</a:t>
            </a:r>
            <a:r>
              <a:rPr dirty="0" sz="1300" spc="-9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22244B"/>
                </a:solidFill>
                <a:latin typeface="Verdana"/>
                <a:cs typeface="Verdana"/>
              </a:rPr>
              <a:t>team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300">
              <a:latin typeface="Verdana"/>
              <a:cs typeface="Verdana"/>
            </a:endParaRPr>
          </a:p>
          <a:p>
            <a:pPr marL="12700" marR="803910">
              <a:lnSpc>
                <a:spcPct val="101000"/>
              </a:lnSpc>
              <a:spcBef>
                <a:spcPts val="5"/>
              </a:spcBef>
            </a:pPr>
            <a:r>
              <a:rPr dirty="0" sz="1300" spc="-10">
                <a:solidFill>
                  <a:srgbClr val="22244B"/>
                </a:solidFill>
                <a:latin typeface="Verdana"/>
                <a:cs typeface="Verdana"/>
              </a:rPr>
              <a:t>Startup</a:t>
            </a:r>
            <a:r>
              <a:rPr dirty="0" sz="1300" spc="-8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2244B"/>
                </a:solidFill>
                <a:latin typeface="Verdana"/>
                <a:cs typeface="Verdana"/>
              </a:rPr>
              <a:t>founders</a:t>
            </a:r>
            <a:r>
              <a:rPr dirty="0" sz="1300" spc="-8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22244B"/>
                </a:solidFill>
                <a:latin typeface="Verdana"/>
                <a:cs typeface="Verdana"/>
              </a:rPr>
              <a:t>managing</a:t>
            </a:r>
            <a:r>
              <a:rPr dirty="0" sz="1300" spc="-8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2244B"/>
                </a:solidFill>
                <a:latin typeface="Verdana"/>
                <a:cs typeface="Verdana"/>
              </a:rPr>
              <a:t>customer relationships</a:t>
            </a:r>
            <a:endParaRPr sz="1300">
              <a:latin typeface="Verdana"/>
              <a:cs typeface="Verdana"/>
            </a:endParaRPr>
          </a:p>
          <a:p>
            <a:pPr marL="12700" marR="125730">
              <a:lnSpc>
                <a:spcPct val="101000"/>
              </a:lnSpc>
              <a:spcBef>
                <a:spcPts val="1270"/>
              </a:spcBef>
            </a:pPr>
            <a:r>
              <a:rPr dirty="0" sz="1300" spc="-30">
                <a:solidFill>
                  <a:srgbClr val="22244B"/>
                </a:solidFill>
                <a:latin typeface="Verdana"/>
                <a:cs typeface="Verdana"/>
              </a:rPr>
              <a:t>Freelancers</a:t>
            </a:r>
            <a:r>
              <a:rPr dirty="0" sz="13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2244B"/>
                </a:solidFill>
                <a:latin typeface="Verdana"/>
                <a:cs typeface="Verdana"/>
              </a:rPr>
              <a:t>and</a:t>
            </a:r>
            <a:r>
              <a:rPr dirty="0" sz="13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>
                <a:solidFill>
                  <a:srgbClr val="22244B"/>
                </a:solidFill>
                <a:latin typeface="Verdana"/>
                <a:cs typeface="Verdana"/>
              </a:rPr>
              <a:t>consultants</a:t>
            </a:r>
            <a:r>
              <a:rPr dirty="0" sz="1300" spc="-5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22244B"/>
                </a:solidFill>
                <a:latin typeface="Verdana"/>
                <a:cs typeface="Verdana"/>
              </a:rPr>
              <a:t>handling</a:t>
            </a:r>
            <a:r>
              <a:rPr dirty="0" sz="1300" spc="-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2244B"/>
                </a:solidFill>
                <a:latin typeface="Verdana"/>
                <a:cs typeface="Verdana"/>
              </a:rPr>
              <a:t>multiple </a:t>
            </a:r>
            <a:r>
              <a:rPr dirty="0" sz="1300" spc="-10">
                <a:solidFill>
                  <a:srgbClr val="22244B"/>
                </a:solidFill>
                <a:latin typeface="Verdana"/>
                <a:cs typeface="Verdana"/>
              </a:rPr>
              <a:t>clients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00" spc="-40">
                <a:solidFill>
                  <a:srgbClr val="22244B"/>
                </a:solidFill>
                <a:latin typeface="Verdana"/>
                <a:cs typeface="Verdana"/>
              </a:rPr>
              <a:t>Sales</a:t>
            </a:r>
            <a:r>
              <a:rPr dirty="0" sz="1300" spc="-4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2244B"/>
                </a:solidFill>
                <a:latin typeface="Verdana"/>
                <a:cs typeface="Verdana"/>
              </a:rPr>
              <a:t>representatives</a:t>
            </a:r>
            <a:r>
              <a:rPr dirty="0" sz="1300" spc="-4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2244B"/>
                </a:solidFill>
                <a:latin typeface="Verdana"/>
                <a:cs typeface="Verdana"/>
              </a:rPr>
              <a:t>and</a:t>
            </a:r>
            <a:r>
              <a:rPr dirty="0" sz="1300" spc="-4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>
                <a:solidFill>
                  <a:srgbClr val="22244B"/>
                </a:solidFill>
                <a:latin typeface="Verdana"/>
                <a:cs typeface="Verdana"/>
              </a:rPr>
              <a:t>account</a:t>
            </a:r>
            <a:r>
              <a:rPr dirty="0" sz="1300" spc="-4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2244B"/>
                </a:solidFill>
                <a:latin typeface="Verdana"/>
                <a:cs typeface="Verdana"/>
              </a:rPr>
              <a:t>managers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01000"/>
              </a:lnSpc>
            </a:pPr>
            <a:r>
              <a:rPr dirty="0" sz="1300" spc="-50">
                <a:solidFill>
                  <a:srgbClr val="22244B"/>
                </a:solidFill>
                <a:latin typeface="Verdana"/>
                <a:cs typeface="Verdana"/>
              </a:rPr>
              <a:t>Non-</a:t>
            </a:r>
            <a:r>
              <a:rPr dirty="0" sz="1300">
                <a:solidFill>
                  <a:srgbClr val="22244B"/>
                </a:solidFill>
                <a:latin typeface="Verdana"/>
                <a:cs typeface="Verdana"/>
              </a:rPr>
              <a:t>technical</a:t>
            </a:r>
            <a:r>
              <a:rPr dirty="0" sz="1300" spc="-9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2244B"/>
                </a:solidFill>
                <a:latin typeface="Verdana"/>
                <a:cs typeface="Verdana"/>
              </a:rPr>
              <a:t>users</a:t>
            </a:r>
            <a:r>
              <a:rPr dirty="0" sz="1300" spc="-9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22244B"/>
                </a:solidFill>
                <a:latin typeface="Verdana"/>
                <a:cs typeface="Verdana"/>
              </a:rPr>
              <a:t>who</a:t>
            </a:r>
            <a:r>
              <a:rPr dirty="0" sz="1300" spc="-9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2244B"/>
                </a:solidFill>
                <a:latin typeface="Verdana"/>
                <a:cs typeface="Verdana"/>
              </a:rPr>
              <a:t>struggle</a:t>
            </a:r>
            <a:r>
              <a:rPr dirty="0" sz="1300" spc="-9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2244B"/>
                </a:solidFill>
                <a:latin typeface="Verdana"/>
                <a:cs typeface="Verdana"/>
              </a:rPr>
              <a:t>with</a:t>
            </a:r>
            <a:r>
              <a:rPr dirty="0" sz="1300" spc="-85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2244B"/>
                </a:solidFill>
                <a:latin typeface="Verdana"/>
                <a:cs typeface="Verdana"/>
              </a:rPr>
              <a:t>complex </a:t>
            </a:r>
            <a:r>
              <a:rPr dirty="0" sz="1300" spc="-55">
                <a:solidFill>
                  <a:srgbClr val="22244B"/>
                </a:solidFill>
                <a:latin typeface="Verdana"/>
                <a:cs typeface="Verdana"/>
              </a:rPr>
              <a:t>CRM</a:t>
            </a:r>
            <a:r>
              <a:rPr dirty="0" sz="1300" spc="-11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2244B"/>
                </a:solidFill>
                <a:latin typeface="Verdana"/>
                <a:cs typeface="Verdana"/>
              </a:rPr>
              <a:t>systems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8387" y="2439217"/>
            <a:ext cx="352425" cy="351790"/>
            <a:chOff x="748387" y="2439217"/>
            <a:chExt cx="352425" cy="351790"/>
          </a:xfrm>
        </p:grpSpPr>
        <p:sp>
          <p:nvSpPr>
            <p:cNvPr id="11" name="object 11"/>
            <p:cNvSpPr/>
            <p:nvPr/>
          </p:nvSpPr>
          <p:spPr>
            <a:xfrm>
              <a:off x="748387" y="2439217"/>
              <a:ext cx="352425" cy="351790"/>
            </a:xfrm>
            <a:custGeom>
              <a:avLst/>
              <a:gdLst/>
              <a:ahLst/>
              <a:cxnLst/>
              <a:rect l="l" t="t" r="r" b="b"/>
              <a:pathLst>
                <a:path w="352425" h="351789">
                  <a:moveTo>
                    <a:pt x="93234" y="328667"/>
                  </a:moveTo>
                  <a:lnTo>
                    <a:pt x="81231" y="326213"/>
                  </a:lnTo>
                  <a:lnTo>
                    <a:pt x="71349" y="319610"/>
                  </a:lnTo>
                  <a:lnTo>
                    <a:pt x="64645" y="310003"/>
                  </a:lnTo>
                  <a:lnTo>
                    <a:pt x="62176" y="298536"/>
                  </a:lnTo>
                  <a:lnTo>
                    <a:pt x="64645" y="286528"/>
                  </a:lnTo>
                  <a:lnTo>
                    <a:pt x="71349" y="276636"/>
                  </a:lnTo>
                  <a:lnTo>
                    <a:pt x="81231" y="269922"/>
                  </a:lnTo>
                  <a:lnTo>
                    <a:pt x="93234" y="267448"/>
                  </a:lnTo>
                  <a:lnTo>
                    <a:pt x="98884" y="267448"/>
                  </a:lnTo>
                  <a:lnTo>
                    <a:pt x="118673" y="232623"/>
                  </a:lnTo>
                  <a:lnTo>
                    <a:pt x="111236" y="228613"/>
                  </a:lnTo>
                  <a:lnTo>
                    <a:pt x="104425" y="223902"/>
                  </a:lnTo>
                  <a:lnTo>
                    <a:pt x="98015" y="218729"/>
                  </a:lnTo>
                  <a:lnTo>
                    <a:pt x="92308" y="213791"/>
                  </a:lnTo>
                  <a:lnTo>
                    <a:pt x="50847" y="213791"/>
                  </a:lnTo>
                  <a:lnTo>
                    <a:pt x="76285" y="197768"/>
                  </a:lnTo>
                  <a:lnTo>
                    <a:pt x="65564" y="181097"/>
                  </a:lnTo>
                  <a:lnTo>
                    <a:pt x="57569" y="162570"/>
                  </a:lnTo>
                  <a:lnTo>
                    <a:pt x="52572" y="142810"/>
                  </a:lnTo>
                  <a:lnTo>
                    <a:pt x="50925" y="123366"/>
                  </a:lnTo>
                  <a:lnTo>
                    <a:pt x="50847" y="122439"/>
                  </a:lnTo>
                  <a:lnTo>
                    <a:pt x="60309" y="75097"/>
                  </a:lnTo>
                  <a:lnTo>
                    <a:pt x="86284" y="36143"/>
                  </a:lnTo>
                  <a:lnTo>
                    <a:pt x="125150" y="9727"/>
                  </a:lnTo>
                  <a:lnTo>
                    <a:pt x="173286" y="0"/>
                  </a:lnTo>
                  <a:lnTo>
                    <a:pt x="220628" y="9593"/>
                  </a:lnTo>
                  <a:lnTo>
                    <a:pt x="237170" y="20715"/>
                  </a:lnTo>
                  <a:lnTo>
                    <a:pt x="171403" y="20715"/>
                  </a:lnTo>
                  <a:lnTo>
                    <a:pt x="131679" y="28809"/>
                  </a:lnTo>
                  <a:lnTo>
                    <a:pt x="99370" y="50854"/>
                  </a:lnTo>
                  <a:lnTo>
                    <a:pt x="77654" y="83492"/>
                  </a:lnTo>
                  <a:lnTo>
                    <a:pt x="69709" y="123366"/>
                  </a:lnTo>
                  <a:lnTo>
                    <a:pt x="77654" y="163389"/>
                  </a:lnTo>
                  <a:lnTo>
                    <a:pt x="99370" y="196356"/>
                  </a:lnTo>
                  <a:lnTo>
                    <a:pt x="131679" y="218729"/>
                  </a:lnTo>
                  <a:lnTo>
                    <a:pt x="171403" y="226973"/>
                  </a:lnTo>
                  <a:lnTo>
                    <a:pt x="241143" y="226973"/>
                  </a:lnTo>
                  <a:lnTo>
                    <a:pt x="238718" y="228613"/>
                  </a:lnTo>
                  <a:lnTo>
                    <a:pt x="231666" y="232623"/>
                  </a:lnTo>
                  <a:lnTo>
                    <a:pt x="237276" y="242039"/>
                  </a:lnTo>
                  <a:lnTo>
                    <a:pt x="137505" y="242039"/>
                  </a:lnTo>
                  <a:lnTo>
                    <a:pt x="116789" y="278747"/>
                  </a:lnTo>
                  <a:lnTo>
                    <a:pt x="121483" y="284397"/>
                  </a:lnTo>
                  <a:lnTo>
                    <a:pt x="122556" y="288163"/>
                  </a:lnTo>
                  <a:lnTo>
                    <a:pt x="84775" y="288163"/>
                  </a:lnTo>
                  <a:lnTo>
                    <a:pt x="80052" y="292886"/>
                  </a:lnTo>
                  <a:lnTo>
                    <a:pt x="80052" y="304186"/>
                  </a:lnTo>
                  <a:lnTo>
                    <a:pt x="84775" y="308909"/>
                  </a:lnTo>
                  <a:lnTo>
                    <a:pt x="121145" y="308909"/>
                  </a:lnTo>
                  <a:lnTo>
                    <a:pt x="120911" y="310003"/>
                  </a:lnTo>
                  <a:lnTo>
                    <a:pt x="114308" y="319610"/>
                  </a:lnTo>
                  <a:lnTo>
                    <a:pt x="104702" y="326213"/>
                  </a:lnTo>
                  <a:lnTo>
                    <a:pt x="93234" y="328667"/>
                  </a:lnTo>
                  <a:close/>
                </a:path>
                <a:path w="352425" h="351789">
                  <a:moveTo>
                    <a:pt x="241143" y="226973"/>
                  </a:moveTo>
                  <a:lnTo>
                    <a:pt x="171403" y="226973"/>
                  </a:lnTo>
                  <a:lnTo>
                    <a:pt x="211938" y="218729"/>
                  </a:lnTo>
                  <a:lnTo>
                    <a:pt x="211475" y="218729"/>
                  </a:lnTo>
                  <a:lnTo>
                    <a:pt x="243915" y="196715"/>
                  </a:lnTo>
                  <a:lnTo>
                    <a:pt x="265960" y="163793"/>
                  </a:lnTo>
                  <a:lnTo>
                    <a:pt x="274054" y="123366"/>
                  </a:lnTo>
                  <a:lnTo>
                    <a:pt x="265960" y="83492"/>
                  </a:lnTo>
                  <a:lnTo>
                    <a:pt x="243915" y="50854"/>
                  </a:lnTo>
                  <a:lnTo>
                    <a:pt x="211277" y="28809"/>
                  </a:lnTo>
                  <a:lnTo>
                    <a:pt x="171403" y="20715"/>
                  </a:lnTo>
                  <a:lnTo>
                    <a:pt x="237170" y="20715"/>
                  </a:lnTo>
                  <a:lnTo>
                    <a:pt x="259582" y="35785"/>
                  </a:lnTo>
                  <a:lnTo>
                    <a:pt x="285998" y="74694"/>
                  </a:lnTo>
                  <a:lnTo>
                    <a:pt x="295726" y="122439"/>
                  </a:lnTo>
                  <a:lnTo>
                    <a:pt x="293990" y="142810"/>
                  </a:lnTo>
                  <a:lnTo>
                    <a:pt x="288899" y="162570"/>
                  </a:lnTo>
                  <a:lnTo>
                    <a:pt x="280631" y="181097"/>
                  </a:lnTo>
                  <a:lnTo>
                    <a:pt x="269361" y="197768"/>
                  </a:lnTo>
                  <a:lnTo>
                    <a:pt x="296653" y="213791"/>
                  </a:lnTo>
                  <a:lnTo>
                    <a:pt x="258988" y="213791"/>
                  </a:lnTo>
                  <a:lnTo>
                    <a:pt x="252621" y="218729"/>
                  </a:lnTo>
                  <a:lnTo>
                    <a:pt x="245686" y="223902"/>
                  </a:lnTo>
                  <a:lnTo>
                    <a:pt x="241143" y="226973"/>
                  </a:lnTo>
                  <a:close/>
                </a:path>
                <a:path w="352425" h="351789">
                  <a:moveTo>
                    <a:pt x="31088" y="267448"/>
                  </a:moveTo>
                  <a:lnTo>
                    <a:pt x="19080" y="264993"/>
                  </a:lnTo>
                  <a:lnTo>
                    <a:pt x="9188" y="258390"/>
                  </a:lnTo>
                  <a:lnTo>
                    <a:pt x="2474" y="248783"/>
                  </a:lnTo>
                  <a:lnTo>
                    <a:pt x="0" y="237316"/>
                  </a:lnTo>
                  <a:lnTo>
                    <a:pt x="2474" y="225313"/>
                  </a:lnTo>
                  <a:lnTo>
                    <a:pt x="9188" y="215431"/>
                  </a:lnTo>
                  <a:lnTo>
                    <a:pt x="19080" y="208727"/>
                  </a:lnTo>
                  <a:lnTo>
                    <a:pt x="31088" y="206258"/>
                  </a:lnTo>
                  <a:lnTo>
                    <a:pt x="37664" y="206258"/>
                  </a:lnTo>
                  <a:lnTo>
                    <a:pt x="44270" y="209068"/>
                  </a:lnTo>
                  <a:lnTo>
                    <a:pt x="50847" y="213791"/>
                  </a:lnTo>
                  <a:lnTo>
                    <a:pt x="92308" y="213791"/>
                  </a:lnTo>
                  <a:lnTo>
                    <a:pt x="72657" y="225090"/>
                  </a:lnTo>
                  <a:lnTo>
                    <a:pt x="23555" y="225090"/>
                  </a:lnTo>
                  <a:lnTo>
                    <a:pt x="18832" y="229783"/>
                  </a:lnTo>
                  <a:lnTo>
                    <a:pt x="18832" y="242039"/>
                  </a:lnTo>
                  <a:lnTo>
                    <a:pt x="23490" y="246667"/>
                  </a:lnTo>
                  <a:lnTo>
                    <a:pt x="59214" y="246667"/>
                  </a:lnTo>
                  <a:lnTo>
                    <a:pt x="58760" y="248783"/>
                  </a:lnTo>
                  <a:lnTo>
                    <a:pt x="52151" y="258390"/>
                  </a:lnTo>
                  <a:lnTo>
                    <a:pt x="42543" y="264993"/>
                  </a:lnTo>
                  <a:lnTo>
                    <a:pt x="31088" y="267448"/>
                  </a:lnTo>
                  <a:close/>
                </a:path>
                <a:path w="352425" h="351789">
                  <a:moveTo>
                    <a:pt x="321135" y="267448"/>
                  </a:moveTo>
                  <a:lnTo>
                    <a:pt x="309680" y="264993"/>
                  </a:lnTo>
                  <a:lnTo>
                    <a:pt x="300072" y="258390"/>
                  </a:lnTo>
                  <a:lnTo>
                    <a:pt x="293462" y="248783"/>
                  </a:lnTo>
                  <a:lnTo>
                    <a:pt x="291003" y="237316"/>
                  </a:lnTo>
                  <a:lnTo>
                    <a:pt x="291003" y="231666"/>
                  </a:lnTo>
                  <a:lnTo>
                    <a:pt x="258988" y="213791"/>
                  </a:lnTo>
                  <a:lnTo>
                    <a:pt x="296653" y="213791"/>
                  </a:lnTo>
                  <a:lnTo>
                    <a:pt x="301376" y="209068"/>
                  </a:lnTo>
                  <a:lnTo>
                    <a:pt x="307952" y="206258"/>
                  </a:lnTo>
                  <a:lnTo>
                    <a:pt x="316442" y="206258"/>
                  </a:lnTo>
                  <a:lnTo>
                    <a:pt x="328523" y="208597"/>
                  </a:lnTo>
                  <a:lnTo>
                    <a:pt x="338928" y="215083"/>
                  </a:lnTo>
                  <a:lnTo>
                    <a:pt x="347036" y="224922"/>
                  </a:lnTo>
                  <a:lnTo>
                    <a:pt x="347106" y="225090"/>
                  </a:lnTo>
                  <a:lnTo>
                    <a:pt x="310792" y="225090"/>
                  </a:lnTo>
                  <a:lnTo>
                    <a:pt x="306069" y="229783"/>
                  </a:lnTo>
                  <a:lnTo>
                    <a:pt x="306069" y="242039"/>
                  </a:lnTo>
                  <a:lnTo>
                    <a:pt x="310727" y="246667"/>
                  </a:lnTo>
                  <a:lnTo>
                    <a:pt x="350205" y="246667"/>
                  </a:lnTo>
                  <a:lnTo>
                    <a:pt x="349749" y="248783"/>
                  </a:lnTo>
                  <a:lnTo>
                    <a:pt x="343035" y="258390"/>
                  </a:lnTo>
                  <a:lnTo>
                    <a:pt x="333142" y="264993"/>
                  </a:lnTo>
                  <a:lnTo>
                    <a:pt x="321135" y="267448"/>
                  </a:lnTo>
                  <a:close/>
                </a:path>
                <a:path w="352425" h="351789">
                  <a:moveTo>
                    <a:pt x="59214" y="246667"/>
                  </a:moveTo>
                  <a:lnTo>
                    <a:pt x="33979" y="246667"/>
                  </a:lnTo>
                  <a:lnTo>
                    <a:pt x="38621" y="242966"/>
                  </a:lnTo>
                  <a:lnTo>
                    <a:pt x="39547" y="236389"/>
                  </a:lnTo>
                  <a:lnTo>
                    <a:pt x="39547" y="229783"/>
                  </a:lnTo>
                  <a:lnTo>
                    <a:pt x="34854" y="225090"/>
                  </a:lnTo>
                  <a:lnTo>
                    <a:pt x="72657" y="225090"/>
                  </a:lnTo>
                  <a:lnTo>
                    <a:pt x="61219" y="231666"/>
                  </a:lnTo>
                  <a:lnTo>
                    <a:pt x="61219" y="237316"/>
                  </a:lnTo>
                  <a:lnTo>
                    <a:pt x="59214" y="246667"/>
                  </a:lnTo>
                  <a:close/>
                </a:path>
                <a:path w="352425" h="351789">
                  <a:moveTo>
                    <a:pt x="350205" y="246667"/>
                  </a:moveTo>
                  <a:lnTo>
                    <a:pt x="322172" y="246667"/>
                  </a:lnTo>
                  <a:lnTo>
                    <a:pt x="326784" y="242966"/>
                  </a:lnTo>
                  <a:lnTo>
                    <a:pt x="326784" y="229783"/>
                  </a:lnTo>
                  <a:lnTo>
                    <a:pt x="322091" y="225090"/>
                  </a:lnTo>
                  <a:lnTo>
                    <a:pt x="347106" y="225090"/>
                  </a:lnTo>
                  <a:lnTo>
                    <a:pt x="352223" y="237316"/>
                  </a:lnTo>
                  <a:lnTo>
                    <a:pt x="350205" y="246667"/>
                  </a:lnTo>
                  <a:close/>
                </a:path>
                <a:path w="352425" h="351789">
                  <a:moveTo>
                    <a:pt x="175170" y="351266"/>
                  </a:moveTo>
                  <a:lnTo>
                    <a:pt x="163715" y="348797"/>
                  </a:lnTo>
                  <a:lnTo>
                    <a:pt x="154107" y="342093"/>
                  </a:lnTo>
                  <a:lnTo>
                    <a:pt x="147497" y="332211"/>
                  </a:lnTo>
                  <a:lnTo>
                    <a:pt x="145038" y="320208"/>
                  </a:lnTo>
                  <a:lnTo>
                    <a:pt x="146479" y="311138"/>
                  </a:lnTo>
                  <a:lnTo>
                    <a:pt x="146541" y="310747"/>
                  </a:lnTo>
                  <a:lnTo>
                    <a:pt x="150695" y="302433"/>
                  </a:lnTo>
                  <a:lnTo>
                    <a:pt x="156846" y="295835"/>
                  </a:lnTo>
                  <a:lnTo>
                    <a:pt x="156968" y="295705"/>
                  </a:lnTo>
                  <a:lnTo>
                    <a:pt x="164827" y="291003"/>
                  </a:lnTo>
                  <a:lnTo>
                    <a:pt x="164827" y="247689"/>
                  </a:lnTo>
                  <a:lnTo>
                    <a:pt x="157775" y="246667"/>
                  </a:lnTo>
                  <a:lnTo>
                    <a:pt x="150807" y="245211"/>
                  </a:lnTo>
                  <a:lnTo>
                    <a:pt x="137505" y="242039"/>
                  </a:lnTo>
                  <a:lnTo>
                    <a:pt x="212834" y="242039"/>
                  </a:lnTo>
                  <a:lnTo>
                    <a:pt x="206861" y="244376"/>
                  </a:lnTo>
                  <a:lnTo>
                    <a:pt x="200358" y="245918"/>
                  </a:lnTo>
                  <a:lnTo>
                    <a:pt x="193502" y="246932"/>
                  </a:lnTo>
                  <a:lnTo>
                    <a:pt x="186469" y="247689"/>
                  </a:lnTo>
                  <a:lnTo>
                    <a:pt x="186469" y="291003"/>
                  </a:lnTo>
                  <a:lnTo>
                    <a:pt x="194328" y="295835"/>
                  </a:lnTo>
                  <a:lnTo>
                    <a:pt x="200601" y="302781"/>
                  </a:lnTo>
                  <a:lnTo>
                    <a:pt x="203171" y="307952"/>
                  </a:lnTo>
                  <a:lnTo>
                    <a:pt x="165753" y="307952"/>
                  </a:lnTo>
                  <a:lnTo>
                    <a:pt x="161060" y="312675"/>
                  </a:lnTo>
                  <a:lnTo>
                    <a:pt x="161060" y="323974"/>
                  </a:lnTo>
                  <a:lnTo>
                    <a:pt x="165753" y="328667"/>
                  </a:lnTo>
                  <a:lnTo>
                    <a:pt x="204514" y="328667"/>
                  </a:lnTo>
                  <a:lnTo>
                    <a:pt x="203784" y="332211"/>
                  </a:lnTo>
                  <a:lnTo>
                    <a:pt x="197070" y="342093"/>
                  </a:lnTo>
                  <a:lnTo>
                    <a:pt x="187177" y="348797"/>
                  </a:lnTo>
                  <a:lnTo>
                    <a:pt x="175170" y="351266"/>
                  </a:lnTo>
                  <a:close/>
                </a:path>
                <a:path w="352425" h="351789">
                  <a:moveTo>
                    <a:pt x="258061" y="328667"/>
                  </a:moveTo>
                  <a:lnTo>
                    <a:pt x="246041" y="326213"/>
                  </a:lnTo>
                  <a:lnTo>
                    <a:pt x="236150" y="319610"/>
                  </a:lnTo>
                  <a:lnTo>
                    <a:pt x="229443" y="310003"/>
                  </a:lnTo>
                  <a:lnTo>
                    <a:pt x="226973" y="298536"/>
                  </a:lnTo>
                  <a:lnTo>
                    <a:pt x="226973" y="291003"/>
                  </a:lnTo>
                  <a:lnTo>
                    <a:pt x="229783" y="284397"/>
                  </a:lnTo>
                  <a:lnTo>
                    <a:pt x="234506" y="278747"/>
                  </a:lnTo>
                  <a:lnTo>
                    <a:pt x="212834" y="242039"/>
                  </a:lnTo>
                  <a:lnTo>
                    <a:pt x="237276" y="242039"/>
                  </a:lnTo>
                  <a:lnTo>
                    <a:pt x="252412" y="267448"/>
                  </a:lnTo>
                  <a:lnTo>
                    <a:pt x="258061" y="267448"/>
                  </a:lnTo>
                  <a:lnTo>
                    <a:pt x="269516" y="269922"/>
                  </a:lnTo>
                  <a:lnTo>
                    <a:pt x="279124" y="276636"/>
                  </a:lnTo>
                  <a:lnTo>
                    <a:pt x="285734" y="286528"/>
                  </a:lnTo>
                  <a:lnTo>
                    <a:pt x="286069" y="288163"/>
                  </a:lnTo>
                  <a:lnTo>
                    <a:pt x="246762" y="288163"/>
                  </a:lnTo>
                  <a:lnTo>
                    <a:pt x="242966" y="292886"/>
                  </a:lnTo>
                  <a:lnTo>
                    <a:pt x="242966" y="304186"/>
                  </a:lnTo>
                  <a:lnTo>
                    <a:pt x="246762" y="308909"/>
                  </a:lnTo>
                  <a:lnTo>
                    <a:pt x="285969" y="308909"/>
                  </a:lnTo>
                  <a:lnTo>
                    <a:pt x="285734" y="310003"/>
                  </a:lnTo>
                  <a:lnTo>
                    <a:pt x="279124" y="319610"/>
                  </a:lnTo>
                  <a:lnTo>
                    <a:pt x="269516" y="326213"/>
                  </a:lnTo>
                  <a:lnTo>
                    <a:pt x="258061" y="328667"/>
                  </a:lnTo>
                  <a:close/>
                </a:path>
                <a:path w="352425" h="351789">
                  <a:moveTo>
                    <a:pt x="121145" y="308909"/>
                  </a:moveTo>
                  <a:lnTo>
                    <a:pt x="96074" y="308909"/>
                  </a:lnTo>
                  <a:lnTo>
                    <a:pt x="99840" y="304186"/>
                  </a:lnTo>
                  <a:lnTo>
                    <a:pt x="100767" y="298536"/>
                  </a:lnTo>
                  <a:lnTo>
                    <a:pt x="100767" y="292886"/>
                  </a:lnTo>
                  <a:lnTo>
                    <a:pt x="96074" y="288163"/>
                  </a:lnTo>
                  <a:lnTo>
                    <a:pt x="122556" y="288163"/>
                  </a:lnTo>
                  <a:lnTo>
                    <a:pt x="123366" y="291003"/>
                  </a:lnTo>
                  <a:lnTo>
                    <a:pt x="123366" y="298536"/>
                  </a:lnTo>
                  <a:lnTo>
                    <a:pt x="121145" y="308909"/>
                  </a:lnTo>
                  <a:close/>
                </a:path>
                <a:path w="352425" h="351789">
                  <a:moveTo>
                    <a:pt x="285969" y="308909"/>
                  </a:moveTo>
                  <a:lnTo>
                    <a:pt x="258988" y="308909"/>
                  </a:lnTo>
                  <a:lnTo>
                    <a:pt x="263711" y="304186"/>
                  </a:lnTo>
                  <a:lnTo>
                    <a:pt x="263711" y="292886"/>
                  </a:lnTo>
                  <a:lnTo>
                    <a:pt x="259945" y="288163"/>
                  </a:lnTo>
                  <a:lnTo>
                    <a:pt x="286069" y="288163"/>
                  </a:lnTo>
                  <a:lnTo>
                    <a:pt x="288193" y="298536"/>
                  </a:lnTo>
                  <a:lnTo>
                    <a:pt x="285969" y="308909"/>
                  </a:lnTo>
                  <a:close/>
                </a:path>
                <a:path w="352425" h="351789">
                  <a:moveTo>
                    <a:pt x="204514" y="328667"/>
                  </a:moveTo>
                  <a:lnTo>
                    <a:pt x="178009" y="328667"/>
                  </a:lnTo>
                  <a:lnTo>
                    <a:pt x="182702" y="323974"/>
                  </a:lnTo>
                  <a:lnTo>
                    <a:pt x="182702" y="312675"/>
                  </a:lnTo>
                  <a:lnTo>
                    <a:pt x="178009" y="307952"/>
                  </a:lnTo>
                  <a:lnTo>
                    <a:pt x="203171" y="307952"/>
                  </a:lnTo>
                  <a:lnTo>
                    <a:pt x="204755" y="311138"/>
                  </a:lnTo>
                  <a:lnTo>
                    <a:pt x="206159" y="319610"/>
                  </a:lnTo>
                  <a:lnTo>
                    <a:pt x="206258" y="320208"/>
                  </a:lnTo>
                  <a:lnTo>
                    <a:pt x="204514" y="328667"/>
                  </a:lnTo>
                  <a:close/>
                </a:path>
              </a:pathLst>
            </a:custGeom>
            <a:solidFill>
              <a:srgbClr val="545E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8571" y="2479722"/>
              <a:ext cx="124322" cy="144081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2160" y="3023246"/>
            <a:ext cx="352188" cy="35305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0612" y="3621917"/>
            <a:ext cx="352200" cy="34942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748868" y="1880158"/>
            <a:ext cx="351790" cy="326390"/>
          </a:xfrm>
          <a:custGeom>
            <a:avLst/>
            <a:gdLst/>
            <a:ahLst/>
            <a:cxnLst/>
            <a:rect l="l" t="t" r="r" b="b"/>
            <a:pathLst>
              <a:path w="351790" h="326389">
                <a:moveTo>
                  <a:pt x="124548" y="68757"/>
                </a:moveTo>
                <a:lnTo>
                  <a:pt x="120827" y="65036"/>
                </a:lnTo>
                <a:lnTo>
                  <a:pt x="100380" y="43649"/>
                </a:lnTo>
                <a:lnTo>
                  <a:pt x="98526" y="41351"/>
                </a:lnTo>
                <a:lnTo>
                  <a:pt x="96189" y="40170"/>
                </a:lnTo>
                <a:lnTo>
                  <a:pt x="93751" y="40170"/>
                </a:lnTo>
                <a:lnTo>
                  <a:pt x="91300" y="40170"/>
                </a:lnTo>
                <a:lnTo>
                  <a:pt x="88760" y="41351"/>
                </a:lnTo>
                <a:lnTo>
                  <a:pt x="86436" y="43649"/>
                </a:lnTo>
                <a:lnTo>
                  <a:pt x="82715" y="47371"/>
                </a:lnTo>
                <a:lnTo>
                  <a:pt x="82715" y="54800"/>
                </a:lnTo>
                <a:lnTo>
                  <a:pt x="86436" y="57607"/>
                </a:lnTo>
                <a:lnTo>
                  <a:pt x="106870" y="78994"/>
                </a:lnTo>
                <a:lnTo>
                  <a:pt x="108737" y="80848"/>
                </a:lnTo>
                <a:lnTo>
                  <a:pt x="111302" y="81762"/>
                </a:lnTo>
                <a:lnTo>
                  <a:pt x="116395" y="81762"/>
                </a:lnTo>
                <a:lnTo>
                  <a:pt x="118973" y="80848"/>
                </a:lnTo>
                <a:lnTo>
                  <a:pt x="124548" y="75272"/>
                </a:lnTo>
                <a:lnTo>
                  <a:pt x="124548" y="68757"/>
                </a:lnTo>
                <a:close/>
              </a:path>
              <a:path w="351790" h="326389">
                <a:moveTo>
                  <a:pt x="185864" y="4635"/>
                </a:moveTo>
                <a:lnTo>
                  <a:pt x="181241" y="0"/>
                </a:lnTo>
                <a:lnTo>
                  <a:pt x="175666" y="0"/>
                </a:lnTo>
                <a:lnTo>
                  <a:pt x="170091" y="0"/>
                </a:lnTo>
                <a:lnTo>
                  <a:pt x="165430" y="4635"/>
                </a:lnTo>
                <a:lnTo>
                  <a:pt x="165430" y="46456"/>
                </a:lnTo>
                <a:lnTo>
                  <a:pt x="170091" y="51092"/>
                </a:lnTo>
                <a:lnTo>
                  <a:pt x="181241" y="51092"/>
                </a:lnTo>
                <a:lnTo>
                  <a:pt x="185864" y="46456"/>
                </a:lnTo>
                <a:lnTo>
                  <a:pt x="185864" y="4635"/>
                </a:lnTo>
                <a:close/>
              </a:path>
              <a:path w="351790" h="326389">
                <a:moveTo>
                  <a:pt x="267665" y="47371"/>
                </a:moveTo>
                <a:lnTo>
                  <a:pt x="263944" y="43649"/>
                </a:lnTo>
                <a:lnTo>
                  <a:pt x="262089" y="41351"/>
                </a:lnTo>
                <a:lnTo>
                  <a:pt x="259524" y="40170"/>
                </a:lnTo>
                <a:lnTo>
                  <a:pt x="256959" y="40170"/>
                </a:lnTo>
                <a:lnTo>
                  <a:pt x="254419" y="40170"/>
                </a:lnTo>
                <a:lnTo>
                  <a:pt x="251853" y="41351"/>
                </a:lnTo>
                <a:lnTo>
                  <a:pt x="249999" y="43649"/>
                </a:lnTo>
                <a:lnTo>
                  <a:pt x="229552" y="65036"/>
                </a:lnTo>
                <a:lnTo>
                  <a:pt x="225831" y="68757"/>
                </a:lnTo>
                <a:lnTo>
                  <a:pt x="225831" y="75272"/>
                </a:lnTo>
                <a:lnTo>
                  <a:pt x="229552" y="78994"/>
                </a:lnTo>
                <a:lnTo>
                  <a:pt x="230936" y="80848"/>
                </a:lnTo>
                <a:lnTo>
                  <a:pt x="233502" y="81762"/>
                </a:lnTo>
                <a:lnTo>
                  <a:pt x="238848" y="81762"/>
                </a:lnTo>
                <a:lnTo>
                  <a:pt x="241617" y="80848"/>
                </a:lnTo>
                <a:lnTo>
                  <a:pt x="243471" y="78994"/>
                </a:lnTo>
                <a:lnTo>
                  <a:pt x="263944" y="57607"/>
                </a:lnTo>
                <a:lnTo>
                  <a:pt x="267665" y="54800"/>
                </a:lnTo>
                <a:lnTo>
                  <a:pt x="267665" y="47371"/>
                </a:lnTo>
                <a:close/>
              </a:path>
              <a:path w="351790" h="326389">
                <a:moveTo>
                  <a:pt x="351294" y="153327"/>
                </a:moveTo>
                <a:lnTo>
                  <a:pt x="350342" y="147751"/>
                </a:lnTo>
                <a:lnTo>
                  <a:pt x="345719" y="143090"/>
                </a:lnTo>
                <a:lnTo>
                  <a:pt x="328993" y="143090"/>
                </a:lnTo>
                <a:lnTo>
                  <a:pt x="328993" y="163537"/>
                </a:lnTo>
                <a:lnTo>
                  <a:pt x="328993" y="265772"/>
                </a:lnTo>
                <a:lnTo>
                  <a:pt x="308546" y="265772"/>
                </a:lnTo>
                <a:lnTo>
                  <a:pt x="308546" y="255536"/>
                </a:lnTo>
                <a:lnTo>
                  <a:pt x="308546" y="163537"/>
                </a:lnTo>
                <a:lnTo>
                  <a:pt x="328993" y="163537"/>
                </a:lnTo>
                <a:lnTo>
                  <a:pt x="328993" y="143090"/>
                </a:lnTo>
                <a:lnTo>
                  <a:pt x="288112" y="143090"/>
                </a:lnTo>
                <a:lnTo>
                  <a:pt x="288112" y="163537"/>
                </a:lnTo>
                <a:lnTo>
                  <a:pt x="288112" y="255536"/>
                </a:lnTo>
                <a:lnTo>
                  <a:pt x="287159" y="250901"/>
                </a:lnTo>
                <a:lnTo>
                  <a:pt x="285305" y="247192"/>
                </a:lnTo>
                <a:lnTo>
                  <a:pt x="269519" y="231406"/>
                </a:lnTo>
                <a:lnTo>
                  <a:pt x="269519" y="262051"/>
                </a:lnTo>
                <a:lnTo>
                  <a:pt x="269519" y="265772"/>
                </a:lnTo>
                <a:lnTo>
                  <a:pt x="268579" y="268566"/>
                </a:lnTo>
                <a:lnTo>
                  <a:pt x="268579" y="269481"/>
                </a:lnTo>
                <a:lnTo>
                  <a:pt x="266725" y="274142"/>
                </a:lnTo>
                <a:lnTo>
                  <a:pt x="262089" y="275056"/>
                </a:lnTo>
                <a:lnTo>
                  <a:pt x="163512" y="303199"/>
                </a:lnTo>
                <a:lnTo>
                  <a:pt x="158026" y="303199"/>
                </a:lnTo>
                <a:lnTo>
                  <a:pt x="155397" y="302437"/>
                </a:lnTo>
                <a:lnTo>
                  <a:pt x="153327" y="301078"/>
                </a:lnTo>
                <a:lnTo>
                  <a:pt x="120827" y="268566"/>
                </a:lnTo>
                <a:lnTo>
                  <a:pt x="118973" y="265772"/>
                </a:lnTo>
                <a:lnTo>
                  <a:pt x="116166" y="264858"/>
                </a:lnTo>
                <a:lnTo>
                  <a:pt x="62268" y="264858"/>
                </a:lnTo>
                <a:lnTo>
                  <a:pt x="62268" y="163537"/>
                </a:lnTo>
                <a:lnTo>
                  <a:pt x="62268" y="162623"/>
                </a:lnTo>
                <a:lnTo>
                  <a:pt x="80860" y="162623"/>
                </a:lnTo>
                <a:lnTo>
                  <a:pt x="89001" y="161302"/>
                </a:lnTo>
                <a:lnTo>
                  <a:pt x="96545" y="157619"/>
                </a:lnTo>
                <a:lnTo>
                  <a:pt x="103212" y="152031"/>
                </a:lnTo>
                <a:lnTo>
                  <a:pt x="108737" y="144945"/>
                </a:lnTo>
                <a:lnTo>
                  <a:pt x="119888" y="122643"/>
                </a:lnTo>
                <a:lnTo>
                  <a:pt x="123596" y="120789"/>
                </a:lnTo>
                <a:lnTo>
                  <a:pt x="204457" y="120789"/>
                </a:lnTo>
                <a:lnTo>
                  <a:pt x="199961" y="128689"/>
                </a:lnTo>
                <a:lnTo>
                  <a:pt x="193535" y="135191"/>
                </a:lnTo>
                <a:lnTo>
                  <a:pt x="185381" y="139611"/>
                </a:lnTo>
                <a:lnTo>
                  <a:pt x="175666" y="141236"/>
                </a:lnTo>
                <a:lnTo>
                  <a:pt x="167284" y="141236"/>
                </a:lnTo>
                <a:lnTo>
                  <a:pt x="159143" y="142557"/>
                </a:lnTo>
                <a:lnTo>
                  <a:pt x="151599" y="146227"/>
                </a:lnTo>
                <a:lnTo>
                  <a:pt x="144932" y="151828"/>
                </a:lnTo>
                <a:lnTo>
                  <a:pt x="139407" y="158902"/>
                </a:lnTo>
                <a:lnTo>
                  <a:pt x="107823" y="222084"/>
                </a:lnTo>
                <a:lnTo>
                  <a:pt x="106870" y="223939"/>
                </a:lnTo>
                <a:lnTo>
                  <a:pt x="106870" y="227660"/>
                </a:lnTo>
                <a:lnTo>
                  <a:pt x="107823" y="229514"/>
                </a:lnTo>
                <a:lnTo>
                  <a:pt x="127139" y="239966"/>
                </a:lnTo>
                <a:lnTo>
                  <a:pt x="133692" y="239966"/>
                </a:lnTo>
                <a:lnTo>
                  <a:pt x="171564" y="223304"/>
                </a:lnTo>
                <a:lnTo>
                  <a:pt x="184010" y="203504"/>
                </a:lnTo>
                <a:lnTo>
                  <a:pt x="209118" y="203504"/>
                </a:lnTo>
                <a:lnTo>
                  <a:pt x="212826" y="204444"/>
                </a:lnTo>
                <a:lnTo>
                  <a:pt x="213741" y="206298"/>
                </a:lnTo>
                <a:lnTo>
                  <a:pt x="269519" y="262051"/>
                </a:lnTo>
                <a:lnTo>
                  <a:pt x="269519" y="231406"/>
                </a:lnTo>
                <a:lnTo>
                  <a:pt x="241617" y="203504"/>
                </a:lnTo>
                <a:lnTo>
                  <a:pt x="224891" y="186778"/>
                </a:lnTo>
                <a:lnTo>
                  <a:pt x="216547" y="183057"/>
                </a:lnTo>
                <a:lnTo>
                  <a:pt x="174713" y="183057"/>
                </a:lnTo>
                <a:lnTo>
                  <a:pt x="171005" y="185864"/>
                </a:lnTo>
                <a:lnTo>
                  <a:pt x="169138" y="188633"/>
                </a:lnTo>
                <a:lnTo>
                  <a:pt x="161709" y="202590"/>
                </a:lnTo>
                <a:lnTo>
                  <a:pt x="156425" y="210439"/>
                </a:lnTo>
                <a:lnTo>
                  <a:pt x="149390" y="215925"/>
                </a:lnTo>
                <a:lnTo>
                  <a:pt x="141312" y="219163"/>
                </a:lnTo>
                <a:lnTo>
                  <a:pt x="132892" y="220230"/>
                </a:lnTo>
                <a:lnTo>
                  <a:pt x="157988" y="169138"/>
                </a:lnTo>
                <a:lnTo>
                  <a:pt x="159854" y="165417"/>
                </a:lnTo>
                <a:lnTo>
                  <a:pt x="164477" y="163537"/>
                </a:lnTo>
                <a:lnTo>
                  <a:pt x="288112" y="163537"/>
                </a:lnTo>
                <a:lnTo>
                  <a:pt x="288112" y="143090"/>
                </a:lnTo>
                <a:lnTo>
                  <a:pt x="216547" y="143090"/>
                </a:lnTo>
                <a:lnTo>
                  <a:pt x="220878" y="136220"/>
                </a:lnTo>
                <a:lnTo>
                  <a:pt x="224078" y="128460"/>
                </a:lnTo>
                <a:lnTo>
                  <a:pt x="225971" y="120789"/>
                </a:lnTo>
                <a:lnTo>
                  <a:pt x="226072" y="120357"/>
                </a:lnTo>
                <a:lnTo>
                  <a:pt x="226110" y="119875"/>
                </a:lnTo>
                <a:lnTo>
                  <a:pt x="226745" y="112407"/>
                </a:lnTo>
                <a:lnTo>
                  <a:pt x="226745" y="106857"/>
                </a:lnTo>
                <a:lnTo>
                  <a:pt x="222123" y="102209"/>
                </a:lnTo>
                <a:lnTo>
                  <a:pt x="127317" y="102209"/>
                </a:lnTo>
                <a:lnTo>
                  <a:pt x="118656" y="103403"/>
                </a:lnTo>
                <a:lnTo>
                  <a:pt x="110947" y="106857"/>
                </a:lnTo>
                <a:lnTo>
                  <a:pt x="104457" y="112407"/>
                </a:lnTo>
                <a:lnTo>
                  <a:pt x="99441" y="119875"/>
                </a:lnTo>
                <a:lnTo>
                  <a:pt x="90144" y="138455"/>
                </a:lnTo>
                <a:lnTo>
                  <a:pt x="87376" y="141236"/>
                </a:lnTo>
                <a:lnTo>
                  <a:pt x="83654" y="144030"/>
                </a:lnTo>
                <a:lnTo>
                  <a:pt x="41833" y="144030"/>
                </a:lnTo>
                <a:lnTo>
                  <a:pt x="41833" y="163537"/>
                </a:lnTo>
                <a:lnTo>
                  <a:pt x="41833" y="265772"/>
                </a:lnTo>
                <a:lnTo>
                  <a:pt x="21386" y="265772"/>
                </a:lnTo>
                <a:lnTo>
                  <a:pt x="21386" y="163537"/>
                </a:lnTo>
                <a:lnTo>
                  <a:pt x="41833" y="163537"/>
                </a:lnTo>
                <a:lnTo>
                  <a:pt x="41833" y="144030"/>
                </a:lnTo>
                <a:lnTo>
                  <a:pt x="4660" y="144030"/>
                </a:lnTo>
                <a:lnTo>
                  <a:pt x="0" y="148666"/>
                </a:lnTo>
                <a:lnTo>
                  <a:pt x="0" y="283438"/>
                </a:lnTo>
                <a:lnTo>
                  <a:pt x="4660" y="288074"/>
                </a:lnTo>
                <a:lnTo>
                  <a:pt x="109677" y="288074"/>
                </a:lnTo>
                <a:lnTo>
                  <a:pt x="144360" y="322757"/>
                </a:lnTo>
                <a:lnTo>
                  <a:pt x="151587" y="326326"/>
                </a:lnTo>
                <a:lnTo>
                  <a:pt x="162979" y="326326"/>
                </a:lnTo>
                <a:lnTo>
                  <a:pt x="166484" y="325704"/>
                </a:lnTo>
                <a:lnTo>
                  <a:pt x="170091" y="324319"/>
                </a:lnTo>
                <a:lnTo>
                  <a:pt x="241592" y="303199"/>
                </a:lnTo>
                <a:lnTo>
                  <a:pt x="267665" y="295503"/>
                </a:lnTo>
                <a:lnTo>
                  <a:pt x="273240" y="294589"/>
                </a:lnTo>
                <a:lnTo>
                  <a:pt x="277876" y="290868"/>
                </a:lnTo>
                <a:lnTo>
                  <a:pt x="282536" y="286207"/>
                </a:lnTo>
                <a:lnTo>
                  <a:pt x="346633" y="286207"/>
                </a:lnTo>
                <a:lnTo>
                  <a:pt x="351294" y="281584"/>
                </a:lnTo>
                <a:lnTo>
                  <a:pt x="351294" y="265772"/>
                </a:lnTo>
                <a:lnTo>
                  <a:pt x="351294" y="163537"/>
                </a:lnTo>
                <a:lnTo>
                  <a:pt x="351294" y="153327"/>
                </a:lnTo>
                <a:close/>
              </a:path>
            </a:pathLst>
          </a:custGeom>
          <a:solidFill>
            <a:srgbClr val="545EE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756439" y="1426367"/>
            <a:ext cx="365760" cy="290195"/>
            <a:chOff x="756439" y="1426367"/>
            <a:chExt cx="365760" cy="290195"/>
          </a:xfrm>
        </p:grpSpPr>
        <p:sp>
          <p:nvSpPr>
            <p:cNvPr id="17" name="object 17"/>
            <p:cNvSpPr/>
            <p:nvPr/>
          </p:nvSpPr>
          <p:spPr>
            <a:xfrm>
              <a:off x="756439" y="1426367"/>
              <a:ext cx="365760" cy="290195"/>
            </a:xfrm>
            <a:custGeom>
              <a:avLst/>
              <a:gdLst/>
              <a:ahLst/>
              <a:cxnLst/>
              <a:rect l="l" t="t" r="r" b="b"/>
              <a:pathLst>
                <a:path w="365759" h="290194">
                  <a:moveTo>
                    <a:pt x="47366" y="216823"/>
                  </a:moveTo>
                  <a:lnTo>
                    <a:pt x="22787" y="216823"/>
                  </a:lnTo>
                  <a:lnTo>
                    <a:pt x="22787" y="36436"/>
                  </a:lnTo>
                  <a:lnTo>
                    <a:pt x="45075" y="2875"/>
                  </a:lnTo>
                  <a:lnTo>
                    <a:pt x="59223" y="0"/>
                  </a:lnTo>
                  <a:lnTo>
                    <a:pt x="306120" y="0"/>
                  </a:lnTo>
                  <a:lnTo>
                    <a:pt x="319161" y="2875"/>
                  </a:lnTo>
                  <a:lnTo>
                    <a:pt x="319555" y="2875"/>
                  </a:lnTo>
                  <a:lnTo>
                    <a:pt x="331043" y="11039"/>
                  </a:lnTo>
                  <a:lnTo>
                    <a:pt x="338770" y="22666"/>
                  </a:lnTo>
                  <a:lnTo>
                    <a:pt x="339168" y="24579"/>
                  </a:lnTo>
                  <a:lnTo>
                    <a:pt x="51935" y="24579"/>
                  </a:lnTo>
                  <a:lnTo>
                    <a:pt x="46470" y="30045"/>
                  </a:lnTo>
                  <a:lnTo>
                    <a:pt x="46470" y="36436"/>
                  </a:lnTo>
                  <a:lnTo>
                    <a:pt x="47366" y="36436"/>
                  </a:lnTo>
                  <a:lnTo>
                    <a:pt x="47366" y="216823"/>
                  </a:lnTo>
                  <a:close/>
                </a:path>
                <a:path w="365759" h="290194">
                  <a:moveTo>
                    <a:pt x="341631" y="216823"/>
                  </a:moveTo>
                  <a:lnTo>
                    <a:pt x="318873" y="216823"/>
                  </a:lnTo>
                  <a:lnTo>
                    <a:pt x="318873" y="30045"/>
                  </a:lnTo>
                  <a:lnTo>
                    <a:pt x="313407" y="24579"/>
                  </a:lnTo>
                  <a:lnTo>
                    <a:pt x="339168" y="24579"/>
                  </a:lnTo>
                  <a:lnTo>
                    <a:pt x="341631" y="36436"/>
                  </a:lnTo>
                  <a:lnTo>
                    <a:pt x="341631" y="216823"/>
                  </a:lnTo>
                  <a:close/>
                </a:path>
                <a:path w="365759" h="290194">
                  <a:moveTo>
                    <a:pt x="329804" y="289695"/>
                  </a:moveTo>
                  <a:lnTo>
                    <a:pt x="34614" y="289695"/>
                  </a:lnTo>
                  <a:lnTo>
                    <a:pt x="21141" y="286690"/>
                  </a:lnTo>
                  <a:lnTo>
                    <a:pt x="10139" y="278645"/>
                  </a:lnTo>
                  <a:lnTo>
                    <a:pt x="2720" y="267016"/>
                  </a:lnTo>
                  <a:lnTo>
                    <a:pt x="0" y="253259"/>
                  </a:lnTo>
                  <a:lnTo>
                    <a:pt x="0" y="222288"/>
                  </a:lnTo>
                  <a:lnTo>
                    <a:pt x="4568" y="216823"/>
                  </a:lnTo>
                  <a:lnTo>
                    <a:pt x="359849" y="216823"/>
                  </a:lnTo>
                  <a:lnTo>
                    <a:pt x="365343" y="221363"/>
                  </a:lnTo>
                  <a:lnTo>
                    <a:pt x="365343" y="240506"/>
                  </a:lnTo>
                  <a:lnTo>
                    <a:pt x="22787" y="240506"/>
                  </a:lnTo>
                  <a:lnTo>
                    <a:pt x="22787" y="258725"/>
                  </a:lnTo>
                  <a:lnTo>
                    <a:pt x="28252" y="264190"/>
                  </a:lnTo>
                  <a:lnTo>
                    <a:pt x="363130" y="264190"/>
                  </a:lnTo>
                  <a:lnTo>
                    <a:pt x="362557" y="267016"/>
                  </a:lnTo>
                  <a:lnTo>
                    <a:pt x="362478" y="267406"/>
                  </a:lnTo>
                  <a:lnTo>
                    <a:pt x="354741" y="278992"/>
                  </a:lnTo>
                  <a:lnTo>
                    <a:pt x="343421" y="286820"/>
                  </a:lnTo>
                  <a:lnTo>
                    <a:pt x="329804" y="289695"/>
                  </a:lnTo>
                  <a:close/>
                </a:path>
                <a:path w="365759" h="290194">
                  <a:moveTo>
                    <a:pt x="363130" y="264190"/>
                  </a:moveTo>
                  <a:lnTo>
                    <a:pt x="335269" y="264190"/>
                  </a:lnTo>
                  <a:lnTo>
                    <a:pt x="341631" y="258725"/>
                  </a:lnTo>
                  <a:lnTo>
                    <a:pt x="341631" y="240506"/>
                  </a:lnTo>
                  <a:lnTo>
                    <a:pt x="365343" y="240506"/>
                  </a:lnTo>
                  <a:lnTo>
                    <a:pt x="365343" y="253259"/>
                  </a:lnTo>
                  <a:lnTo>
                    <a:pt x="363130" y="264190"/>
                  </a:lnTo>
                  <a:close/>
                </a:path>
              </a:pathLst>
            </a:custGeom>
            <a:solidFill>
              <a:srgbClr val="545E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4811" y="1499239"/>
              <a:ext cx="169456" cy="1200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02648"/>
            <a:ext cx="4099776" cy="29408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4924" y="0"/>
            <a:ext cx="2379076" cy="323733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07485" y="4073972"/>
            <a:ext cx="2437130" cy="1069975"/>
          </a:xfrm>
          <a:custGeom>
            <a:avLst/>
            <a:gdLst/>
            <a:ahLst/>
            <a:cxnLst/>
            <a:rect l="l" t="t" r="r" b="b"/>
            <a:pathLst>
              <a:path w="2437129" h="1069975">
                <a:moveTo>
                  <a:pt x="1417245" y="453924"/>
                </a:moveTo>
                <a:lnTo>
                  <a:pt x="1409440" y="453924"/>
                </a:lnTo>
                <a:lnTo>
                  <a:pt x="1784065" y="35774"/>
                </a:lnTo>
                <a:lnTo>
                  <a:pt x="1780623" y="29580"/>
                </a:lnTo>
                <a:lnTo>
                  <a:pt x="1779290" y="22724"/>
                </a:lnTo>
                <a:lnTo>
                  <a:pt x="1780170" y="15757"/>
                </a:lnTo>
                <a:lnTo>
                  <a:pt x="1783365" y="9224"/>
                </a:lnTo>
                <a:lnTo>
                  <a:pt x="1787665" y="3199"/>
                </a:lnTo>
                <a:lnTo>
                  <a:pt x="1794490" y="0"/>
                </a:lnTo>
                <a:lnTo>
                  <a:pt x="1805840" y="0"/>
                </a:lnTo>
                <a:lnTo>
                  <a:pt x="1810340" y="1324"/>
                </a:lnTo>
                <a:lnTo>
                  <a:pt x="1819065" y="7574"/>
                </a:lnTo>
                <a:lnTo>
                  <a:pt x="1822240" y="12699"/>
                </a:lnTo>
                <a:lnTo>
                  <a:pt x="1823190" y="18524"/>
                </a:lnTo>
                <a:lnTo>
                  <a:pt x="1823923" y="22724"/>
                </a:lnTo>
                <a:lnTo>
                  <a:pt x="1823340" y="27149"/>
                </a:lnTo>
                <a:lnTo>
                  <a:pt x="1821590" y="31074"/>
                </a:lnTo>
                <a:lnTo>
                  <a:pt x="1828345" y="36024"/>
                </a:lnTo>
                <a:lnTo>
                  <a:pt x="1818415" y="36024"/>
                </a:lnTo>
                <a:lnTo>
                  <a:pt x="1815278" y="39899"/>
                </a:lnTo>
                <a:lnTo>
                  <a:pt x="1788190" y="39899"/>
                </a:lnTo>
                <a:lnTo>
                  <a:pt x="1417245" y="453924"/>
                </a:lnTo>
                <a:close/>
              </a:path>
              <a:path w="2437129" h="1069975">
                <a:moveTo>
                  <a:pt x="2436514" y="488950"/>
                </a:moveTo>
                <a:lnTo>
                  <a:pt x="1818415" y="36024"/>
                </a:lnTo>
                <a:lnTo>
                  <a:pt x="1828345" y="36024"/>
                </a:lnTo>
                <a:lnTo>
                  <a:pt x="2436514" y="481696"/>
                </a:lnTo>
                <a:lnTo>
                  <a:pt x="2436514" y="488950"/>
                </a:lnTo>
                <a:close/>
              </a:path>
              <a:path w="2437129" h="1069975">
                <a:moveTo>
                  <a:pt x="1803715" y="44149"/>
                </a:moveTo>
                <a:lnTo>
                  <a:pt x="1796401" y="44149"/>
                </a:lnTo>
                <a:lnTo>
                  <a:pt x="1792240" y="42824"/>
                </a:lnTo>
                <a:lnTo>
                  <a:pt x="1788365" y="40049"/>
                </a:lnTo>
                <a:lnTo>
                  <a:pt x="1788190" y="39899"/>
                </a:lnTo>
                <a:lnTo>
                  <a:pt x="1815278" y="39899"/>
                </a:lnTo>
                <a:lnTo>
                  <a:pt x="1815015" y="40224"/>
                </a:lnTo>
                <a:lnTo>
                  <a:pt x="1810340" y="43074"/>
                </a:lnTo>
                <a:lnTo>
                  <a:pt x="1803715" y="44149"/>
                </a:lnTo>
                <a:close/>
              </a:path>
              <a:path w="2437129" h="1069975">
                <a:moveTo>
                  <a:pt x="1216529" y="180488"/>
                </a:moveTo>
                <a:lnTo>
                  <a:pt x="1210249" y="180488"/>
                </a:lnTo>
                <a:lnTo>
                  <a:pt x="1205795" y="179174"/>
                </a:lnTo>
                <a:lnTo>
                  <a:pt x="1201990" y="176449"/>
                </a:lnTo>
                <a:lnTo>
                  <a:pt x="1196190" y="170199"/>
                </a:lnTo>
                <a:lnTo>
                  <a:pt x="1195983" y="169924"/>
                </a:lnTo>
                <a:lnTo>
                  <a:pt x="1193059" y="162049"/>
                </a:lnTo>
                <a:lnTo>
                  <a:pt x="1193264" y="154828"/>
                </a:lnTo>
                <a:lnTo>
                  <a:pt x="1193299" y="153563"/>
                </a:lnTo>
                <a:lnTo>
                  <a:pt x="1196915" y="145549"/>
                </a:lnTo>
                <a:lnTo>
                  <a:pt x="1200340" y="140749"/>
                </a:lnTo>
                <a:lnTo>
                  <a:pt x="1205465" y="137549"/>
                </a:lnTo>
                <a:lnTo>
                  <a:pt x="1211265" y="136599"/>
                </a:lnTo>
                <a:lnTo>
                  <a:pt x="1212865" y="136299"/>
                </a:lnTo>
                <a:lnTo>
                  <a:pt x="1219490" y="136299"/>
                </a:lnTo>
                <a:lnTo>
                  <a:pt x="1223940" y="137699"/>
                </a:lnTo>
                <a:lnTo>
                  <a:pt x="1227740" y="140449"/>
                </a:lnTo>
                <a:lnTo>
                  <a:pt x="1233715" y="146880"/>
                </a:lnTo>
                <a:lnTo>
                  <a:pt x="1236671" y="154828"/>
                </a:lnTo>
                <a:lnTo>
                  <a:pt x="1236466" y="162049"/>
                </a:lnTo>
                <a:lnTo>
                  <a:pt x="1236431" y="163305"/>
                </a:lnTo>
                <a:lnTo>
                  <a:pt x="1225290" y="177824"/>
                </a:lnTo>
                <a:lnTo>
                  <a:pt x="1226515" y="179949"/>
                </a:lnTo>
                <a:lnTo>
                  <a:pt x="1219765" y="179949"/>
                </a:lnTo>
                <a:lnTo>
                  <a:pt x="1218115" y="180324"/>
                </a:lnTo>
                <a:lnTo>
                  <a:pt x="1216529" y="180488"/>
                </a:lnTo>
                <a:close/>
              </a:path>
              <a:path w="2437129" h="1069975">
                <a:moveTo>
                  <a:pt x="814340" y="214124"/>
                </a:moveTo>
                <a:lnTo>
                  <a:pt x="808090" y="214124"/>
                </a:lnTo>
                <a:lnTo>
                  <a:pt x="803640" y="212824"/>
                </a:lnTo>
                <a:lnTo>
                  <a:pt x="799790" y="210049"/>
                </a:lnTo>
                <a:lnTo>
                  <a:pt x="793818" y="203629"/>
                </a:lnTo>
                <a:lnTo>
                  <a:pt x="790865" y="195681"/>
                </a:lnTo>
                <a:lnTo>
                  <a:pt x="791065" y="188449"/>
                </a:lnTo>
                <a:lnTo>
                  <a:pt x="810976" y="169924"/>
                </a:lnTo>
                <a:lnTo>
                  <a:pt x="817290" y="169924"/>
                </a:lnTo>
                <a:lnTo>
                  <a:pt x="821366" y="171199"/>
                </a:lnTo>
                <a:lnTo>
                  <a:pt x="821591" y="171199"/>
                </a:lnTo>
                <a:lnTo>
                  <a:pt x="825565" y="174049"/>
                </a:lnTo>
                <a:lnTo>
                  <a:pt x="831523" y="180488"/>
                </a:lnTo>
                <a:lnTo>
                  <a:pt x="834468" y="188449"/>
                </a:lnTo>
                <a:lnTo>
                  <a:pt x="834266" y="195681"/>
                </a:lnTo>
                <a:lnTo>
                  <a:pt x="834231" y="196936"/>
                </a:lnTo>
                <a:lnTo>
                  <a:pt x="830640" y="204949"/>
                </a:lnTo>
                <a:lnTo>
                  <a:pt x="828665" y="207699"/>
                </a:lnTo>
                <a:lnTo>
                  <a:pt x="826165" y="209774"/>
                </a:lnTo>
                <a:lnTo>
                  <a:pt x="823390" y="211324"/>
                </a:lnTo>
                <a:lnTo>
                  <a:pt x="824027" y="213474"/>
                </a:lnTo>
                <a:lnTo>
                  <a:pt x="817940" y="213474"/>
                </a:lnTo>
                <a:lnTo>
                  <a:pt x="816165" y="213899"/>
                </a:lnTo>
                <a:lnTo>
                  <a:pt x="814340" y="214124"/>
                </a:lnTo>
                <a:close/>
              </a:path>
              <a:path w="2437129" h="1069975">
                <a:moveTo>
                  <a:pt x="1540179" y="1069527"/>
                </a:moveTo>
                <a:lnTo>
                  <a:pt x="1534261" y="1069527"/>
                </a:lnTo>
                <a:lnTo>
                  <a:pt x="1395265" y="494374"/>
                </a:lnTo>
                <a:lnTo>
                  <a:pt x="1391465" y="493999"/>
                </a:lnTo>
                <a:lnTo>
                  <a:pt x="1387740" y="492749"/>
                </a:lnTo>
                <a:lnTo>
                  <a:pt x="1384540" y="490424"/>
                </a:lnTo>
                <a:lnTo>
                  <a:pt x="1378554" y="483990"/>
                </a:lnTo>
                <a:lnTo>
                  <a:pt x="1375596" y="476034"/>
                </a:lnTo>
                <a:lnTo>
                  <a:pt x="1375709" y="472024"/>
                </a:lnTo>
                <a:lnTo>
                  <a:pt x="1375835" y="467548"/>
                </a:lnTo>
                <a:lnTo>
                  <a:pt x="1379440" y="459524"/>
                </a:lnTo>
                <a:lnTo>
                  <a:pt x="1379740" y="459124"/>
                </a:lnTo>
                <a:lnTo>
                  <a:pt x="1380115" y="458849"/>
                </a:lnTo>
                <a:lnTo>
                  <a:pt x="1380390" y="458524"/>
                </a:lnTo>
                <a:lnTo>
                  <a:pt x="1219765" y="179949"/>
                </a:lnTo>
                <a:lnTo>
                  <a:pt x="1226515" y="179949"/>
                </a:lnTo>
                <a:lnTo>
                  <a:pt x="1384765" y="454399"/>
                </a:lnTo>
                <a:lnTo>
                  <a:pt x="1416819" y="454399"/>
                </a:lnTo>
                <a:lnTo>
                  <a:pt x="1413840" y="457724"/>
                </a:lnTo>
                <a:lnTo>
                  <a:pt x="1419140" y="463649"/>
                </a:lnTo>
                <a:lnTo>
                  <a:pt x="1420715" y="472024"/>
                </a:lnTo>
                <a:lnTo>
                  <a:pt x="1418190" y="479449"/>
                </a:lnTo>
                <a:lnTo>
                  <a:pt x="1438111" y="484899"/>
                </a:lnTo>
                <a:lnTo>
                  <a:pt x="1415565" y="484899"/>
                </a:lnTo>
                <a:lnTo>
                  <a:pt x="1415315" y="485299"/>
                </a:lnTo>
                <a:lnTo>
                  <a:pt x="1411915" y="490074"/>
                </a:lnTo>
                <a:lnTo>
                  <a:pt x="1406865" y="493199"/>
                </a:lnTo>
                <a:lnTo>
                  <a:pt x="1401140" y="494199"/>
                </a:lnTo>
                <a:lnTo>
                  <a:pt x="1540179" y="1069527"/>
                </a:lnTo>
                <a:close/>
              </a:path>
              <a:path w="2437129" h="1069975">
                <a:moveTo>
                  <a:pt x="2391315" y="250499"/>
                </a:moveTo>
                <a:lnTo>
                  <a:pt x="2383978" y="250499"/>
                </a:lnTo>
                <a:lnTo>
                  <a:pt x="2379840" y="249174"/>
                </a:lnTo>
                <a:lnTo>
                  <a:pt x="2376040" y="246474"/>
                </a:lnTo>
                <a:lnTo>
                  <a:pt x="2370069" y="240037"/>
                </a:lnTo>
                <a:lnTo>
                  <a:pt x="2367192" y="232277"/>
                </a:lnTo>
                <a:lnTo>
                  <a:pt x="2367280" y="226410"/>
                </a:lnTo>
                <a:lnTo>
                  <a:pt x="2367360" y="223598"/>
                </a:lnTo>
                <a:lnTo>
                  <a:pt x="2370965" y="215599"/>
                </a:lnTo>
                <a:lnTo>
                  <a:pt x="2375265" y="209574"/>
                </a:lnTo>
                <a:lnTo>
                  <a:pt x="2382090" y="206374"/>
                </a:lnTo>
                <a:lnTo>
                  <a:pt x="2393440" y="206374"/>
                </a:lnTo>
                <a:lnTo>
                  <a:pt x="2410765" y="224849"/>
                </a:lnTo>
                <a:lnTo>
                  <a:pt x="2436514" y="226410"/>
                </a:lnTo>
                <a:lnTo>
                  <a:pt x="2436514" y="230724"/>
                </a:lnTo>
                <a:lnTo>
                  <a:pt x="2410915" y="230724"/>
                </a:lnTo>
                <a:lnTo>
                  <a:pt x="2410540" y="234524"/>
                </a:lnTo>
                <a:lnTo>
                  <a:pt x="2409215" y="238199"/>
                </a:lnTo>
                <a:lnTo>
                  <a:pt x="2405440" y="243474"/>
                </a:lnTo>
                <a:lnTo>
                  <a:pt x="2403540" y="245224"/>
                </a:lnTo>
                <a:lnTo>
                  <a:pt x="2401465" y="246649"/>
                </a:lnTo>
                <a:lnTo>
                  <a:pt x="2403253" y="249174"/>
                </a:lnTo>
                <a:lnTo>
                  <a:pt x="2403359" y="249324"/>
                </a:lnTo>
                <a:lnTo>
                  <a:pt x="2396190" y="249324"/>
                </a:lnTo>
                <a:lnTo>
                  <a:pt x="2395015" y="249724"/>
                </a:lnTo>
                <a:lnTo>
                  <a:pt x="2393815" y="250099"/>
                </a:lnTo>
                <a:lnTo>
                  <a:pt x="2391315" y="250499"/>
                </a:lnTo>
                <a:close/>
              </a:path>
              <a:path w="2437129" h="1069975">
                <a:moveTo>
                  <a:pt x="958140" y="686599"/>
                </a:moveTo>
                <a:lnTo>
                  <a:pt x="948015" y="686599"/>
                </a:lnTo>
                <a:lnTo>
                  <a:pt x="943515" y="685274"/>
                </a:lnTo>
                <a:lnTo>
                  <a:pt x="939640" y="682474"/>
                </a:lnTo>
                <a:lnTo>
                  <a:pt x="933668" y="676051"/>
                </a:lnTo>
                <a:lnTo>
                  <a:pt x="930715" y="668096"/>
                </a:lnTo>
                <a:lnTo>
                  <a:pt x="930942" y="659893"/>
                </a:lnTo>
                <a:lnTo>
                  <a:pt x="930949" y="659612"/>
                </a:lnTo>
                <a:lnTo>
                  <a:pt x="934540" y="651599"/>
                </a:lnTo>
                <a:lnTo>
                  <a:pt x="937340" y="647749"/>
                </a:lnTo>
                <a:lnTo>
                  <a:pt x="941165" y="645174"/>
                </a:lnTo>
                <a:lnTo>
                  <a:pt x="945461" y="643699"/>
                </a:lnTo>
                <a:lnTo>
                  <a:pt x="945300" y="643699"/>
                </a:lnTo>
                <a:lnTo>
                  <a:pt x="818133" y="214124"/>
                </a:lnTo>
                <a:lnTo>
                  <a:pt x="818066" y="213899"/>
                </a:lnTo>
                <a:lnTo>
                  <a:pt x="817940" y="213474"/>
                </a:lnTo>
                <a:lnTo>
                  <a:pt x="824027" y="213474"/>
                </a:lnTo>
                <a:lnTo>
                  <a:pt x="950996" y="642374"/>
                </a:lnTo>
                <a:lnTo>
                  <a:pt x="957015" y="642374"/>
                </a:lnTo>
                <a:lnTo>
                  <a:pt x="974202" y="668096"/>
                </a:lnTo>
                <a:lnTo>
                  <a:pt x="971565" y="675549"/>
                </a:lnTo>
                <a:lnTo>
                  <a:pt x="976414" y="680249"/>
                </a:lnTo>
                <a:lnTo>
                  <a:pt x="968015" y="680249"/>
                </a:lnTo>
                <a:lnTo>
                  <a:pt x="963790" y="684399"/>
                </a:lnTo>
                <a:lnTo>
                  <a:pt x="958140" y="686599"/>
                </a:lnTo>
                <a:close/>
              </a:path>
              <a:path w="2437129" h="1069975">
                <a:moveTo>
                  <a:pt x="2436514" y="232277"/>
                </a:moveTo>
                <a:lnTo>
                  <a:pt x="2410915" y="230724"/>
                </a:lnTo>
                <a:lnTo>
                  <a:pt x="2436514" y="230724"/>
                </a:lnTo>
                <a:lnTo>
                  <a:pt x="2436514" y="232277"/>
                </a:lnTo>
                <a:close/>
              </a:path>
              <a:path w="2437129" h="1069975">
                <a:moveTo>
                  <a:pt x="2436514" y="306287"/>
                </a:moveTo>
                <a:lnTo>
                  <a:pt x="2396190" y="249324"/>
                </a:lnTo>
                <a:lnTo>
                  <a:pt x="2403359" y="249324"/>
                </a:lnTo>
                <a:lnTo>
                  <a:pt x="2436514" y="296150"/>
                </a:lnTo>
                <a:lnTo>
                  <a:pt x="2436514" y="306287"/>
                </a:lnTo>
                <a:close/>
              </a:path>
              <a:path w="2437129" h="1069975">
                <a:moveTo>
                  <a:pt x="1416819" y="454399"/>
                </a:moveTo>
                <a:lnTo>
                  <a:pt x="1384765" y="454399"/>
                </a:lnTo>
                <a:lnTo>
                  <a:pt x="1388490" y="451774"/>
                </a:lnTo>
                <a:lnTo>
                  <a:pt x="1392865" y="450274"/>
                </a:lnTo>
                <a:lnTo>
                  <a:pt x="1401540" y="450274"/>
                </a:lnTo>
                <a:lnTo>
                  <a:pt x="1405740" y="451474"/>
                </a:lnTo>
                <a:lnTo>
                  <a:pt x="1409440" y="453924"/>
                </a:lnTo>
                <a:lnTo>
                  <a:pt x="1417245" y="453924"/>
                </a:lnTo>
                <a:lnTo>
                  <a:pt x="1416819" y="454399"/>
                </a:lnTo>
                <a:close/>
              </a:path>
              <a:path w="2437129" h="1069975">
                <a:moveTo>
                  <a:pt x="1931447" y="1069527"/>
                </a:moveTo>
                <a:lnTo>
                  <a:pt x="1920132" y="1069527"/>
                </a:lnTo>
                <a:lnTo>
                  <a:pt x="2411615" y="769149"/>
                </a:lnTo>
                <a:lnTo>
                  <a:pt x="2411365" y="768224"/>
                </a:lnTo>
                <a:lnTo>
                  <a:pt x="2411065" y="767349"/>
                </a:lnTo>
                <a:lnTo>
                  <a:pt x="2410390" y="763349"/>
                </a:lnTo>
                <a:lnTo>
                  <a:pt x="2410590" y="760274"/>
                </a:lnTo>
                <a:lnTo>
                  <a:pt x="2411340" y="757324"/>
                </a:lnTo>
                <a:lnTo>
                  <a:pt x="1415565" y="484899"/>
                </a:lnTo>
                <a:lnTo>
                  <a:pt x="1438111" y="484899"/>
                </a:lnTo>
                <a:lnTo>
                  <a:pt x="2413615" y="751774"/>
                </a:lnTo>
                <a:lnTo>
                  <a:pt x="2436514" y="751774"/>
                </a:lnTo>
                <a:lnTo>
                  <a:pt x="2436514" y="774574"/>
                </a:lnTo>
                <a:lnTo>
                  <a:pt x="2414015" y="774574"/>
                </a:lnTo>
                <a:lnTo>
                  <a:pt x="1931447" y="1069527"/>
                </a:lnTo>
                <a:close/>
              </a:path>
              <a:path w="2437129" h="1069975">
                <a:moveTo>
                  <a:pt x="1378005" y="1069527"/>
                </a:moveTo>
                <a:lnTo>
                  <a:pt x="1369650" y="1069527"/>
                </a:lnTo>
                <a:lnTo>
                  <a:pt x="968015" y="680249"/>
                </a:lnTo>
                <a:lnTo>
                  <a:pt x="976414" y="680249"/>
                </a:lnTo>
                <a:lnTo>
                  <a:pt x="1378005" y="1069527"/>
                </a:lnTo>
                <a:close/>
              </a:path>
              <a:path w="2437129" h="1069975">
                <a:moveTo>
                  <a:pt x="2436514" y="751774"/>
                </a:moveTo>
                <a:lnTo>
                  <a:pt x="2413615" y="751774"/>
                </a:lnTo>
                <a:lnTo>
                  <a:pt x="2413990" y="751099"/>
                </a:lnTo>
                <a:lnTo>
                  <a:pt x="2414290" y="750424"/>
                </a:lnTo>
                <a:lnTo>
                  <a:pt x="2414715" y="749774"/>
                </a:lnTo>
                <a:lnTo>
                  <a:pt x="2419065" y="743774"/>
                </a:lnTo>
                <a:lnTo>
                  <a:pt x="2425865" y="740549"/>
                </a:lnTo>
                <a:lnTo>
                  <a:pt x="2436514" y="740549"/>
                </a:lnTo>
                <a:lnTo>
                  <a:pt x="2436514" y="751774"/>
                </a:lnTo>
                <a:close/>
              </a:path>
              <a:path w="2437129" h="1069975">
                <a:moveTo>
                  <a:pt x="2420002" y="1069527"/>
                </a:moveTo>
                <a:lnTo>
                  <a:pt x="2414110" y="1069527"/>
                </a:lnTo>
                <a:lnTo>
                  <a:pt x="2428083" y="784594"/>
                </a:lnTo>
                <a:lnTo>
                  <a:pt x="2428090" y="784449"/>
                </a:lnTo>
                <a:lnTo>
                  <a:pt x="2425165" y="783799"/>
                </a:lnTo>
                <a:lnTo>
                  <a:pt x="2422340" y="782599"/>
                </a:lnTo>
                <a:lnTo>
                  <a:pt x="2419865" y="780774"/>
                </a:lnTo>
                <a:lnTo>
                  <a:pt x="2417490" y="779099"/>
                </a:lnTo>
                <a:lnTo>
                  <a:pt x="2415490" y="776974"/>
                </a:lnTo>
                <a:lnTo>
                  <a:pt x="2414015" y="774574"/>
                </a:lnTo>
                <a:lnTo>
                  <a:pt x="2436514" y="774574"/>
                </a:lnTo>
                <a:lnTo>
                  <a:pt x="2436514" y="784594"/>
                </a:lnTo>
                <a:lnTo>
                  <a:pt x="2433975" y="784594"/>
                </a:lnTo>
                <a:lnTo>
                  <a:pt x="2420002" y="1069527"/>
                </a:lnTo>
                <a:close/>
              </a:path>
              <a:path w="2437129" h="1069975">
                <a:moveTo>
                  <a:pt x="639140" y="1065499"/>
                </a:moveTo>
                <a:lnTo>
                  <a:pt x="627765" y="1065499"/>
                </a:lnTo>
                <a:lnTo>
                  <a:pt x="623265" y="1064149"/>
                </a:lnTo>
                <a:lnTo>
                  <a:pt x="614565" y="1057899"/>
                </a:lnTo>
                <a:lnTo>
                  <a:pt x="611365" y="1052799"/>
                </a:lnTo>
                <a:lnTo>
                  <a:pt x="609440" y="1041099"/>
                </a:lnTo>
                <a:lnTo>
                  <a:pt x="610815" y="1035274"/>
                </a:lnTo>
                <a:lnTo>
                  <a:pt x="614265" y="1030474"/>
                </a:lnTo>
                <a:lnTo>
                  <a:pt x="617690" y="1025649"/>
                </a:lnTo>
                <a:lnTo>
                  <a:pt x="622815" y="1022474"/>
                </a:lnTo>
                <a:lnTo>
                  <a:pt x="630411" y="1021199"/>
                </a:lnTo>
                <a:lnTo>
                  <a:pt x="636890" y="1021199"/>
                </a:lnTo>
                <a:lnTo>
                  <a:pt x="640920" y="1022474"/>
                </a:lnTo>
                <a:lnTo>
                  <a:pt x="641140" y="1022474"/>
                </a:lnTo>
                <a:lnTo>
                  <a:pt x="652015" y="1030274"/>
                </a:lnTo>
                <a:lnTo>
                  <a:pt x="655115" y="1038499"/>
                </a:lnTo>
                <a:lnTo>
                  <a:pt x="654065" y="1046324"/>
                </a:lnTo>
                <a:lnTo>
                  <a:pt x="672625" y="1052024"/>
                </a:lnTo>
                <a:lnTo>
                  <a:pt x="652590" y="1052024"/>
                </a:lnTo>
                <a:lnTo>
                  <a:pt x="651990" y="1053499"/>
                </a:lnTo>
                <a:lnTo>
                  <a:pt x="651215" y="1054924"/>
                </a:lnTo>
                <a:lnTo>
                  <a:pt x="645940" y="1062299"/>
                </a:lnTo>
                <a:lnTo>
                  <a:pt x="639140" y="1065499"/>
                </a:lnTo>
                <a:close/>
              </a:path>
              <a:path w="2437129" h="1069975">
                <a:moveTo>
                  <a:pt x="729616" y="1069527"/>
                </a:moveTo>
                <a:lnTo>
                  <a:pt x="709580" y="1069527"/>
                </a:lnTo>
                <a:lnTo>
                  <a:pt x="652590" y="1052024"/>
                </a:lnTo>
                <a:lnTo>
                  <a:pt x="672625" y="1052024"/>
                </a:lnTo>
                <a:lnTo>
                  <a:pt x="729616" y="1069527"/>
                </a:lnTo>
                <a:close/>
              </a:path>
              <a:path w="2437129" h="1069975">
                <a:moveTo>
                  <a:pt x="23915" y="839099"/>
                </a:moveTo>
                <a:lnTo>
                  <a:pt x="16899" y="839099"/>
                </a:lnTo>
                <a:lnTo>
                  <a:pt x="12715" y="837799"/>
                </a:lnTo>
                <a:lnTo>
                  <a:pt x="8940" y="835049"/>
                </a:lnTo>
                <a:lnTo>
                  <a:pt x="2957" y="828636"/>
                </a:lnTo>
                <a:lnTo>
                  <a:pt x="0" y="820681"/>
                </a:lnTo>
                <a:lnTo>
                  <a:pt x="191" y="813474"/>
                </a:lnTo>
                <a:lnTo>
                  <a:pt x="225" y="812191"/>
                </a:lnTo>
                <a:lnTo>
                  <a:pt x="3790" y="804174"/>
                </a:lnTo>
                <a:lnTo>
                  <a:pt x="8115" y="798149"/>
                </a:lnTo>
                <a:lnTo>
                  <a:pt x="14940" y="794949"/>
                </a:lnTo>
                <a:lnTo>
                  <a:pt x="26290" y="794949"/>
                </a:lnTo>
                <a:lnTo>
                  <a:pt x="30765" y="796274"/>
                </a:lnTo>
                <a:lnTo>
                  <a:pt x="39490" y="802549"/>
                </a:lnTo>
                <a:lnTo>
                  <a:pt x="42665" y="807649"/>
                </a:lnTo>
                <a:lnTo>
                  <a:pt x="43615" y="813474"/>
                </a:lnTo>
                <a:lnTo>
                  <a:pt x="44615" y="819324"/>
                </a:lnTo>
                <a:lnTo>
                  <a:pt x="43215" y="825174"/>
                </a:lnTo>
                <a:lnTo>
                  <a:pt x="37440" y="833274"/>
                </a:lnTo>
                <a:lnTo>
                  <a:pt x="34265" y="835724"/>
                </a:lnTo>
                <a:lnTo>
                  <a:pt x="30665" y="837299"/>
                </a:lnTo>
                <a:lnTo>
                  <a:pt x="31059" y="838924"/>
                </a:lnTo>
                <a:lnTo>
                  <a:pt x="25040" y="838924"/>
                </a:lnTo>
                <a:lnTo>
                  <a:pt x="23915" y="839099"/>
                </a:lnTo>
                <a:close/>
              </a:path>
              <a:path w="2437129" h="1069975">
                <a:moveTo>
                  <a:pt x="86986" y="1069527"/>
                </a:moveTo>
                <a:lnTo>
                  <a:pt x="80957" y="1069527"/>
                </a:lnTo>
                <a:lnTo>
                  <a:pt x="25083" y="839099"/>
                </a:lnTo>
                <a:lnTo>
                  <a:pt x="25040" y="838924"/>
                </a:lnTo>
                <a:lnTo>
                  <a:pt x="31059" y="838924"/>
                </a:lnTo>
                <a:lnTo>
                  <a:pt x="86986" y="1069527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60950" y="3811697"/>
            <a:ext cx="283210" cy="48895"/>
          </a:xfrm>
          <a:custGeom>
            <a:avLst/>
            <a:gdLst/>
            <a:ahLst/>
            <a:cxnLst/>
            <a:rect l="l" t="t" r="r" b="b"/>
            <a:pathLst>
              <a:path w="283209" h="48895">
                <a:moveTo>
                  <a:pt x="283049" y="48767"/>
                </a:moveTo>
                <a:lnTo>
                  <a:pt x="44349" y="26699"/>
                </a:lnTo>
                <a:lnTo>
                  <a:pt x="43749" y="29624"/>
                </a:lnTo>
                <a:lnTo>
                  <a:pt x="42524" y="32474"/>
                </a:lnTo>
                <a:lnTo>
                  <a:pt x="23874" y="44324"/>
                </a:lnTo>
                <a:lnTo>
                  <a:pt x="18074" y="44324"/>
                </a:lnTo>
                <a:lnTo>
                  <a:pt x="974" y="25724"/>
                </a:lnTo>
                <a:lnTo>
                  <a:pt x="0" y="19874"/>
                </a:lnTo>
                <a:lnTo>
                  <a:pt x="1374" y="14049"/>
                </a:lnTo>
                <a:lnTo>
                  <a:pt x="4799" y="9224"/>
                </a:lnTo>
                <a:lnTo>
                  <a:pt x="9124" y="3199"/>
                </a:lnTo>
                <a:lnTo>
                  <a:pt x="15949" y="0"/>
                </a:lnTo>
                <a:lnTo>
                  <a:pt x="27324" y="0"/>
                </a:lnTo>
                <a:lnTo>
                  <a:pt x="31774" y="1349"/>
                </a:lnTo>
                <a:lnTo>
                  <a:pt x="35699" y="4149"/>
                </a:lnTo>
                <a:lnTo>
                  <a:pt x="41349" y="8174"/>
                </a:lnTo>
                <a:lnTo>
                  <a:pt x="44374" y="14399"/>
                </a:lnTo>
                <a:lnTo>
                  <a:pt x="44774" y="20799"/>
                </a:lnTo>
                <a:lnTo>
                  <a:pt x="283049" y="42848"/>
                </a:lnTo>
                <a:lnTo>
                  <a:pt x="283049" y="48767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6125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Project</a:t>
            </a:r>
            <a:r>
              <a:rPr dirty="0" spc="-295"/>
              <a:t> </a:t>
            </a:r>
            <a:r>
              <a:rPr dirty="0" spc="-100"/>
              <a:t>Timeline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14880" y="3104426"/>
            <a:ext cx="7369809" cy="270510"/>
            <a:chOff x="1014880" y="3104426"/>
            <a:chExt cx="7369809" cy="270510"/>
          </a:xfrm>
        </p:grpSpPr>
        <p:sp>
          <p:nvSpPr>
            <p:cNvPr id="8" name="object 8"/>
            <p:cNvSpPr/>
            <p:nvPr/>
          </p:nvSpPr>
          <p:spPr>
            <a:xfrm>
              <a:off x="1068285" y="3175723"/>
              <a:ext cx="7316470" cy="128905"/>
            </a:xfrm>
            <a:custGeom>
              <a:avLst/>
              <a:gdLst/>
              <a:ahLst/>
              <a:cxnLst/>
              <a:rect l="l" t="t" r="r" b="b"/>
              <a:pathLst>
                <a:path w="7316470" h="128904">
                  <a:moveTo>
                    <a:pt x="7316066" y="128645"/>
                  </a:moveTo>
                  <a:lnTo>
                    <a:pt x="0" y="128645"/>
                  </a:lnTo>
                  <a:lnTo>
                    <a:pt x="0" y="0"/>
                  </a:lnTo>
                  <a:lnTo>
                    <a:pt x="7316066" y="0"/>
                  </a:lnTo>
                  <a:lnTo>
                    <a:pt x="7316066" y="128645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141192" y="3104426"/>
              <a:ext cx="243204" cy="270510"/>
            </a:xfrm>
            <a:custGeom>
              <a:avLst/>
              <a:gdLst/>
              <a:ahLst/>
              <a:cxnLst/>
              <a:rect l="l" t="t" r="r" b="b"/>
              <a:pathLst>
                <a:path w="243204" h="270510">
                  <a:moveTo>
                    <a:pt x="121407" y="270127"/>
                  </a:moveTo>
                  <a:lnTo>
                    <a:pt x="74161" y="259527"/>
                  </a:lnTo>
                  <a:lnTo>
                    <a:pt x="35574" y="230594"/>
                  </a:lnTo>
                  <a:lnTo>
                    <a:pt x="9552" y="187671"/>
                  </a:lnTo>
                  <a:lnTo>
                    <a:pt x="0" y="135102"/>
                  </a:lnTo>
                  <a:lnTo>
                    <a:pt x="9516" y="82546"/>
                  </a:lnTo>
                  <a:lnTo>
                    <a:pt x="35498" y="39615"/>
                  </a:lnTo>
                  <a:lnTo>
                    <a:pt x="74048" y="10652"/>
                  </a:lnTo>
                  <a:lnTo>
                    <a:pt x="121265" y="0"/>
                  </a:lnTo>
                  <a:lnTo>
                    <a:pt x="168523" y="10567"/>
                  </a:lnTo>
                  <a:lnTo>
                    <a:pt x="207122" y="39475"/>
                  </a:lnTo>
                  <a:lnTo>
                    <a:pt x="233162" y="82382"/>
                  </a:lnTo>
                  <a:lnTo>
                    <a:pt x="242744" y="134945"/>
                  </a:lnTo>
                  <a:lnTo>
                    <a:pt x="233228" y="187599"/>
                  </a:lnTo>
                  <a:lnTo>
                    <a:pt x="207232" y="230539"/>
                  </a:lnTo>
                  <a:lnTo>
                    <a:pt x="168657" y="259497"/>
                  </a:lnTo>
                  <a:lnTo>
                    <a:pt x="121407" y="270127"/>
                  </a:lnTo>
                  <a:close/>
                </a:path>
              </a:pathLst>
            </a:custGeom>
            <a:solidFill>
              <a:srgbClr val="545E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85994" y="3154304"/>
              <a:ext cx="153204" cy="17048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47430" y="3104426"/>
              <a:ext cx="243204" cy="270510"/>
            </a:xfrm>
            <a:custGeom>
              <a:avLst/>
              <a:gdLst/>
              <a:ahLst/>
              <a:cxnLst/>
              <a:rect l="l" t="t" r="r" b="b"/>
              <a:pathLst>
                <a:path w="243204" h="270510">
                  <a:moveTo>
                    <a:pt x="121407" y="270127"/>
                  </a:moveTo>
                  <a:lnTo>
                    <a:pt x="74161" y="259527"/>
                  </a:lnTo>
                  <a:lnTo>
                    <a:pt x="35574" y="230594"/>
                  </a:lnTo>
                  <a:lnTo>
                    <a:pt x="9552" y="187671"/>
                  </a:lnTo>
                  <a:lnTo>
                    <a:pt x="0" y="135102"/>
                  </a:lnTo>
                  <a:lnTo>
                    <a:pt x="9516" y="82546"/>
                  </a:lnTo>
                  <a:lnTo>
                    <a:pt x="35498" y="39615"/>
                  </a:lnTo>
                  <a:lnTo>
                    <a:pt x="74048" y="10652"/>
                  </a:lnTo>
                  <a:lnTo>
                    <a:pt x="121266" y="0"/>
                  </a:lnTo>
                  <a:lnTo>
                    <a:pt x="168508" y="10549"/>
                  </a:lnTo>
                  <a:lnTo>
                    <a:pt x="207109" y="39435"/>
                  </a:lnTo>
                  <a:lnTo>
                    <a:pt x="233157" y="82321"/>
                  </a:lnTo>
                  <a:lnTo>
                    <a:pt x="242744" y="134867"/>
                  </a:lnTo>
                  <a:lnTo>
                    <a:pt x="242744" y="135024"/>
                  </a:lnTo>
                  <a:lnTo>
                    <a:pt x="233229" y="187599"/>
                  </a:lnTo>
                  <a:lnTo>
                    <a:pt x="207232" y="230539"/>
                  </a:lnTo>
                  <a:lnTo>
                    <a:pt x="168657" y="259497"/>
                  </a:lnTo>
                  <a:lnTo>
                    <a:pt x="121407" y="270127"/>
                  </a:lnTo>
                  <a:close/>
                </a:path>
              </a:pathLst>
            </a:custGeom>
            <a:solidFill>
              <a:srgbClr val="886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87181" y="3104426"/>
              <a:ext cx="243204" cy="270510"/>
            </a:xfrm>
            <a:custGeom>
              <a:avLst/>
              <a:gdLst/>
              <a:ahLst/>
              <a:cxnLst/>
              <a:rect l="l" t="t" r="r" b="b"/>
              <a:pathLst>
                <a:path w="243204" h="270510">
                  <a:moveTo>
                    <a:pt x="121407" y="270127"/>
                  </a:moveTo>
                  <a:lnTo>
                    <a:pt x="74161" y="259538"/>
                  </a:lnTo>
                  <a:lnTo>
                    <a:pt x="35574" y="230609"/>
                  </a:lnTo>
                  <a:lnTo>
                    <a:pt x="9552" y="187683"/>
                  </a:lnTo>
                  <a:lnTo>
                    <a:pt x="0" y="135102"/>
                  </a:lnTo>
                  <a:lnTo>
                    <a:pt x="9516" y="82546"/>
                  </a:lnTo>
                  <a:lnTo>
                    <a:pt x="35498" y="39615"/>
                  </a:lnTo>
                  <a:lnTo>
                    <a:pt x="74048" y="10652"/>
                  </a:lnTo>
                  <a:lnTo>
                    <a:pt x="121266" y="0"/>
                  </a:lnTo>
                  <a:lnTo>
                    <a:pt x="168509" y="10549"/>
                  </a:lnTo>
                  <a:lnTo>
                    <a:pt x="207109" y="39435"/>
                  </a:lnTo>
                  <a:lnTo>
                    <a:pt x="233157" y="82321"/>
                  </a:lnTo>
                  <a:lnTo>
                    <a:pt x="242744" y="134867"/>
                  </a:lnTo>
                  <a:lnTo>
                    <a:pt x="242744" y="135024"/>
                  </a:lnTo>
                  <a:lnTo>
                    <a:pt x="233229" y="187605"/>
                  </a:lnTo>
                  <a:lnTo>
                    <a:pt x="207232" y="230540"/>
                  </a:lnTo>
                  <a:lnTo>
                    <a:pt x="168657" y="259493"/>
                  </a:lnTo>
                  <a:lnTo>
                    <a:pt x="121407" y="270127"/>
                  </a:lnTo>
                  <a:close/>
                </a:path>
              </a:pathLst>
            </a:custGeom>
            <a:solidFill>
              <a:srgbClr val="01CE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4880" y="3104426"/>
              <a:ext cx="243204" cy="270510"/>
            </a:xfrm>
            <a:custGeom>
              <a:avLst/>
              <a:gdLst/>
              <a:ahLst/>
              <a:cxnLst/>
              <a:rect l="l" t="t" r="r" b="b"/>
              <a:pathLst>
                <a:path w="243205" h="270510">
                  <a:moveTo>
                    <a:pt x="121407" y="270127"/>
                  </a:moveTo>
                  <a:lnTo>
                    <a:pt x="74161" y="259538"/>
                  </a:lnTo>
                  <a:lnTo>
                    <a:pt x="35574" y="230609"/>
                  </a:lnTo>
                  <a:lnTo>
                    <a:pt x="9552" y="187683"/>
                  </a:lnTo>
                  <a:lnTo>
                    <a:pt x="0" y="135102"/>
                  </a:lnTo>
                  <a:lnTo>
                    <a:pt x="9516" y="82543"/>
                  </a:lnTo>
                  <a:lnTo>
                    <a:pt x="35498" y="39615"/>
                  </a:lnTo>
                  <a:lnTo>
                    <a:pt x="74048" y="10656"/>
                  </a:lnTo>
                  <a:lnTo>
                    <a:pt x="121266" y="0"/>
                  </a:lnTo>
                  <a:lnTo>
                    <a:pt x="168508" y="10552"/>
                  </a:lnTo>
                  <a:lnTo>
                    <a:pt x="207109" y="39438"/>
                  </a:lnTo>
                  <a:lnTo>
                    <a:pt x="233157" y="82322"/>
                  </a:lnTo>
                  <a:lnTo>
                    <a:pt x="242744" y="134867"/>
                  </a:lnTo>
                  <a:lnTo>
                    <a:pt x="242744" y="135024"/>
                  </a:lnTo>
                  <a:lnTo>
                    <a:pt x="233229" y="187605"/>
                  </a:lnTo>
                  <a:lnTo>
                    <a:pt x="207232" y="230540"/>
                  </a:lnTo>
                  <a:lnTo>
                    <a:pt x="168657" y="259493"/>
                  </a:lnTo>
                  <a:lnTo>
                    <a:pt x="121407" y="270127"/>
                  </a:lnTo>
                  <a:close/>
                </a:path>
              </a:pathLst>
            </a:custGeom>
            <a:solidFill>
              <a:srgbClr val="0B9B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2232" y="3154304"/>
              <a:ext cx="153204" cy="17048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3371" y="3154304"/>
              <a:ext cx="153204" cy="17048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9535" y="3154304"/>
              <a:ext cx="153204" cy="170486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6842821" y="1491926"/>
            <a:ext cx="2156460" cy="1440180"/>
            <a:chOff x="6842821" y="1491926"/>
            <a:chExt cx="2156460" cy="144018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0428" y="1999949"/>
              <a:ext cx="2014847" cy="93166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852629" y="2071338"/>
              <a:ext cx="153035" cy="180340"/>
            </a:xfrm>
            <a:custGeom>
              <a:avLst/>
              <a:gdLst/>
              <a:ahLst/>
              <a:cxnLst/>
              <a:rect l="l" t="t" r="r" b="b"/>
              <a:pathLst>
                <a:path w="153034" h="180339">
                  <a:moveTo>
                    <a:pt x="152746" y="179745"/>
                  </a:moveTo>
                  <a:lnTo>
                    <a:pt x="0" y="0"/>
                  </a:lnTo>
                  <a:lnTo>
                    <a:pt x="152746" y="0"/>
                  </a:lnTo>
                  <a:lnTo>
                    <a:pt x="152746" y="179745"/>
                  </a:lnTo>
                  <a:close/>
                </a:path>
              </a:pathLst>
            </a:custGeom>
            <a:solidFill>
              <a:srgbClr val="8E7B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842821" y="1491926"/>
              <a:ext cx="2156460" cy="579120"/>
            </a:xfrm>
            <a:custGeom>
              <a:avLst/>
              <a:gdLst/>
              <a:ahLst/>
              <a:cxnLst/>
              <a:rect l="l" t="t" r="r" b="b"/>
              <a:pathLst>
                <a:path w="2156459" h="579119">
                  <a:moveTo>
                    <a:pt x="1985988" y="578686"/>
                  </a:moveTo>
                  <a:lnTo>
                    <a:pt x="0" y="578686"/>
                  </a:lnTo>
                  <a:lnTo>
                    <a:pt x="0" y="0"/>
                  </a:lnTo>
                  <a:lnTo>
                    <a:pt x="1985988" y="0"/>
                  </a:lnTo>
                  <a:lnTo>
                    <a:pt x="2020035" y="6465"/>
                  </a:lnTo>
                  <a:lnTo>
                    <a:pt x="2080442" y="49930"/>
                  </a:lnTo>
                  <a:lnTo>
                    <a:pt x="2105488" y="84725"/>
                  </a:lnTo>
                  <a:lnTo>
                    <a:pt x="2126222" y="126760"/>
                  </a:lnTo>
                  <a:lnTo>
                    <a:pt x="2141985" y="174931"/>
                  </a:lnTo>
                  <a:lnTo>
                    <a:pt x="2152122" y="228137"/>
                  </a:lnTo>
                  <a:lnTo>
                    <a:pt x="2155976" y="285276"/>
                  </a:lnTo>
                  <a:lnTo>
                    <a:pt x="2152961" y="343671"/>
                  </a:lnTo>
                  <a:lnTo>
                    <a:pt x="2143369" y="398221"/>
                  </a:lnTo>
                  <a:lnTo>
                    <a:pt x="2127884" y="447744"/>
                  </a:lnTo>
                  <a:lnTo>
                    <a:pt x="2107190" y="491063"/>
                  </a:lnTo>
                  <a:lnTo>
                    <a:pt x="2081969" y="526996"/>
                  </a:lnTo>
                  <a:lnTo>
                    <a:pt x="2052907" y="554364"/>
                  </a:lnTo>
                  <a:lnTo>
                    <a:pt x="1985988" y="578686"/>
                  </a:lnTo>
                  <a:close/>
                </a:path>
              </a:pathLst>
            </a:custGeom>
            <a:solidFill>
              <a:srgbClr val="545EEA">
                <a:alpha val="672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4813970" y="3458334"/>
            <a:ext cx="2232660" cy="1450340"/>
            <a:chOff x="4813970" y="3458334"/>
            <a:chExt cx="2232660" cy="1450340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46128" y="3965979"/>
              <a:ext cx="2014847" cy="94239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893801" y="4037473"/>
              <a:ext cx="153035" cy="180340"/>
            </a:xfrm>
            <a:custGeom>
              <a:avLst/>
              <a:gdLst/>
              <a:ahLst/>
              <a:cxnLst/>
              <a:rect l="l" t="t" r="r" b="b"/>
              <a:pathLst>
                <a:path w="153034" h="180339">
                  <a:moveTo>
                    <a:pt x="0" y="179745"/>
                  </a:moveTo>
                  <a:lnTo>
                    <a:pt x="0" y="0"/>
                  </a:lnTo>
                  <a:lnTo>
                    <a:pt x="152710" y="0"/>
                  </a:lnTo>
                  <a:lnTo>
                    <a:pt x="0" y="179745"/>
                  </a:lnTo>
                  <a:close/>
                </a:path>
              </a:pathLst>
            </a:custGeom>
            <a:solidFill>
              <a:srgbClr val="B4A7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813970" y="3458334"/>
              <a:ext cx="2231390" cy="579120"/>
            </a:xfrm>
            <a:custGeom>
              <a:avLst/>
              <a:gdLst/>
              <a:ahLst/>
              <a:cxnLst/>
              <a:rect l="l" t="t" r="r" b="b"/>
              <a:pathLst>
                <a:path w="2231390" h="579120">
                  <a:moveTo>
                    <a:pt x="2230775" y="578686"/>
                  </a:moveTo>
                  <a:lnTo>
                    <a:pt x="175871" y="578686"/>
                  </a:lnTo>
                  <a:lnTo>
                    <a:pt x="139968" y="571992"/>
                  </a:lnTo>
                  <a:lnTo>
                    <a:pt x="76554" y="527000"/>
                  </a:lnTo>
                  <a:lnTo>
                    <a:pt x="50458" y="491063"/>
                  </a:lnTo>
                  <a:lnTo>
                    <a:pt x="29048" y="447739"/>
                  </a:lnTo>
                  <a:lnTo>
                    <a:pt x="13029" y="398209"/>
                  </a:lnTo>
                  <a:lnTo>
                    <a:pt x="3111" y="343654"/>
                  </a:lnTo>
                  <a:lnTo>
                    <a:pt x="0" y="285254"/>
                  </a:lnTo>
                  <a:lnTo>
                    <a:pt x="3981" y="228125"/>
                  </a:lnTo>
                  <a:lnTo>
                    <a:pt x="14467" y="174928"/>
                  </a:lnTo>
                  <a:lnTo>
                    <a:pt x="30776" y="126764"/>
                  </a:lnTo>
                  <a:lnTo>
                    <a:pt x="52230" y="84735"/>
                  </a:lnTo>
                  <a:lnTo>
                    <a:pt x="78146" y="49942"/>
                  </a:lnTo>
                  <a:lnTo>
                    <a:pt x="107846" y="23488"/>
                  </a:lnTo>
                  <a:lnTo>
                    <a:pt x="175871" y="0"/>
                  </a:lnTo>
                  <a:lnTo>
                    <a:pt x="2230775" y="0"/>
                  </a:lnTo>
                  <a:lnTo>
                    <a:pt x="2230775" y="5786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2451145" y="1444902"/>
            <a:ext cx="2156460" cy="1526540"/>
            <a:chOff x="2451145" y="1444902"/>
            <a:chExt cx="2156460" cy="1526540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22237" y="1950320"/>
              <a:ext cx="2014847" cy="102107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451386" y="2018262"/>
              <a:ext cx="153035" cy="179705"/>
            </a:xfrm>
            <a:custGeom>
              <a:avLst/>
              <a:gdLst/>
              <a:ahLst/>
              <a:cxnLst/>
              <a:rect l="l" t="t" r="r" b="b"/>
              <a:pathLst>
                <a:path w="153035" h="179705">
                  <a:moveTo>
                    <a:pt x="152746" y="179705"/>
                  </a:moveTo>
                  <a:lnTo>
                    <a:pt x="0" y="0"/>
                  </a:lnTo>
                  <a:lnTo>
                    <a:pt x="152746" y="0"/>
                  </a:lnTo>
                  <a:lnTo>
                    <a:pt x="152746" y="179705"/>
                  </a:lnTo>
                  <a:close/>
                </a:path>
              </a:pathLst>
            </a:custGeom>
            <a:solidFill>
              <a:srgbClr val="1455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451145" y="1444902"/>
              <a:ext cx="2156460" cy="579120"/>
            </a:xfrm>
            <a:custGeom>
              <a:avLst/>
              <a:gdLst/>
              <a:ahLst/>
              <a:cxnLst/>
              <a:rect l="l" t="t" r="r" b="b"/>
              <a:pathLst>
                <a:path w="2156460" h="579119">
                  <a:moveTo>
                    <a:pt x="1985988" y="578686"/>
                  </a:moveTo>
                  <a:lnTo>
                    <a:pt x="0" y="578686"/>
                  </a:lnTo>
                  <a:lnTo>
                    <a:pt x="0" y="0"/>
                  </a:lnTo>
                  <a:lnTo>
                    <a:pt x="1985988" y="0"/>
                  </a:lnTo>
                  <a:lnTo>
                    <a:pt x="2020035" y="6465"/>
                  </a:lnTo>
                  <a:lnTo>
                    <a:pt x="2080442" y="49929"/>
                  </a:lnTo>
                  <a:lnTo>
                    <a:pt x="2105489" y="84722"/>
                  </a:lnTo>
                  <a:lnTo>
                    <a:pt x="2126222" y="126754"/>
                  </a:lnTo>
                  <a:lnTo>
                    <a:pt x="2141986" y="174921"/>
                  </a:lnTo>
                  <a:lnTo>
                    <a:pt x="2152122" y="228122"/>
                  </a:lnTo>
                  <a:lnTo>
                    <a:pt x="2155976" y="285254"/>
                  </a:lnTo>
                  <a:lnTo>
                    <a:pt x="2152961" y="343654"/>
                  </a:lnTo>
                  <a:lnTo>
                    <a:pt x="2143369" y="398209"/>
                  </a:lnTo>
                  <a:lnTo>
                    <a:pt x="2127884" y="447739"/>
                  </a:lnTo>
                  <a:lnTo>
                    <a:pt x="2107190" y="491063"/>
                  </a:lnTo>
                  <a:lnTo>
                    <a:pt x="2081970" y="527000"/>
                  </a:lnTo>
                  <a:lnTo>
                    <a:pt x="2052907" y="554370"/>
                  </a:lnTo>
                  <a:lnTo>
                    <a:pt x="1985988" y="578686"/>
                  </a:lnTo>
                  <a:close/>
                </a:path>
              </a:pathLst>
            </a:custGeom>
            <a:solidFill>
              <a:srgbClr val="01CEE6">
                <a:alpha val="4705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150281" y="3567163"/>
            <a:ext cx="2231390" cy="1341755"/>
            <a:chOff x="150281" y="3567163"/>
            <a:chExt cx="2231390" cy="134175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9935" y="3965980"/>
              <a:ext cx="2014847" cy="94239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197608" y="4058499"/>
              <a:ext cx="153035" cy="180340"/>
            </a:xfrm>
            <a:custGeom>
              <a:avLst/>
              <a:gdLst/>
              <a:ahLst/>
              <a:cxnLst/>
              <a:rect l="l" t="t" r="r" b="b"/>
              <a:pathLst>
                <a:path w="153035" h="180339">
                  <a:moveTo>
                    <a:pt x="0" y="179745"/>
                  </a:moveTo>
                  <a:lnTo>
                    <a:pt x="0" y="0"/>
                  </a:lnTo>
                  <a:lnTo>
                    <a:pt x="152710" y="0"/>
                  </a:lnTo>
                  <a:lnTo>
                    <a:pt x="0" y="179745"/>
                  </a:lnTo>
                  <a:close/>
                </a:path>
              </a:pathLst>
            </a:custGeom>
            <a:solidFill>
              <a:srgbClr val="6C9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50281" y="3567163"/>
              <a:ext cx="2231390" cy="490855"/>
            </a:xfrm>
            <a:custGeom>
              <a:avLst/>
              <a:gdLst/>
              <a:ahLst/>
              <a:cxnLst/>
              <a:rect l="l" t="t" r="r" b="b"/>
              <a:pathLst>
                <a:path w="2231390" h="490854">
                  <a:moveTo>
                    <a:pt x="2230775" y="490578"/>
                  </a:moveTo>
                  <a:lnTo>
                    <a:pt x="175871" y="490578"/>
                  </a:lnTo>
                  <a:lnTo>
                    <a:pt x="135031" y="483309"/>
                  </a:lnTo>
                  <a:lnTo>
                    <a:pt x="97669" y="464130"/>
                  </a:lnTo>
                  <a:lnTo>
                    <a:pt x="64842" y="434534"/>
                  </a:lnTo>
                  <a:lnTo>
                    <a:pt x="37605" y="396014"/>
                  </a:lnTo>
                  <a:lnTo>
                    <a:pt x="17014" y="350064"/>
                  </a:lnTo>
                  <a:lnTo>
                    <a:pt x="4127" y="298175"/>
                  </a:lnTo>
                  <a:lnTo>
                    <a:pt x="0" y="241842"/>
                  </a:lnTo>
                  <a:lnTo>
                    <a:pt x="5097" y="186733"/>
                  </a:lnTo>
                  <a:lnTo>
                    <a:pt x="18562" y="136153"/>
                  </a:lnTo>
                  <a:lnTo>
                    <a:pt x="39381" y="91496"/>
                  </a:lnTo>
                  <a:lnTo>
                    <a:pt x="66536" y="54158"/>
                  </a:lnTo>
                  <a:lnTo>
                    <a:pt x="99014" y="25533"/>
                  </a:lnTo>
                  <a:lnTo>
                    <a:pt x="135797" y="7015"/>
                  </a:lnTo>
                  <a:lnTo>
                    <a:pt x="175871" y="0"/>
                  </a:lnTo>
                  <a:lnTo>
                    <a:pt x="2230775" y="0"/>
                  </a:lnTo>
                  <a:lnTo>
                    <a:pt x="2230775" y="490578"/>
                  </a:lnTo>
                  <a:close/>
                </a:path>
              </a:pathLst>
            </a:custGeom>
            <a:solidFill>
              <a:srgbClr val="0B9BDC">
                <a:alpha val="6540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69691" y="3539780"/>
            <a:ext cx="14033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dirty="0" sz="14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Foundation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35458" y="1437589"/>
            <a:ext cx="14732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dirty="0" sz="14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56336" y="1498599"/>
            <a:ext cx="11645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dirty="0" sz="14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Testing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Demo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1944" y="4037474"/>
            <a:ext cx="1851025" cy="79946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2075" rIns="0" bIns="0" rtlCol="0" vert="horz">
            <a:spAutoFit/>
          </a:bodyPr>
          <a:lstStyle/>
          <a:p>
            <a:pPr marL="267335" indent="-19304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67335" algn="l"/>
              </a:tabLst>
            </a:pPr>
            <a:r>
              <a:rPr dirty="0" sz="1200">
                <a:solidFill>
                  <a:srgbClr val="22244B"/>
                </a:solidFill>
                <a:latin typeface="Calibri"/>
                <a:cs typeface="Calibri"/>
              </a:rPr>
              <a:t>CRM</a:t>
            </a:r>
            <a:r>
              <a:rPr dirty="0" sz="1200" spc="-15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database design</a:t>
            </a:r>
            <a:endParaRPr sz="1200">
              <a:latin typeface="Calibri"/>
              <a:cs typeface="Calibri"/>
            </a:endParaRPr>
          </a:p>
          <a:p>
            <a:pPr marL="267335" indent="-193040">
              <a:lnSpc>
                <a:spcPct val="100000"/>
              </a:lnSpc>
              <a:buFont typeface="Arial MT"/>
              <a:buChar char="•"/>
              <a:tabLst>
                <a:tab pos="267335" algn="l"/>
              </a:tabLst>
            </a:pPr>
            <a:r>
              <a:rPr dirty="0" sz="1200">
                <a:solidFill>
                  <a:srgbClr val="22244B"/>
                </a:solidFill>
                <a:latin typeface="Calibri"/>
                <a:cs typeface="Calibri"/>
              </a:rPr>
              <a:t>API</a:t>
            </a:r>
            <a:r>
              <a:rPr dirty="0" sz="1200" spc="-35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development</a:t>
            </a:r>
            <a:endParaRPr sz="1200">
              <a:latin typeface="Calibri"/>
              <a:cs typeface="Calibri"/>
            </a:endParaRPr>
          </a:p>
          <a:p>
            <a:pPr marL="267335" indent="-193040">
              <a:lnSpc>
                <a:spcPct val="100000"/>
              </a:lnSpc>
              <a:buFont typeface="Arial MT"/>
              <a:buChar char="•"/>
              <a:tabLst>
                <a:tab pos="267335" algn="l"/>
              </a:tabLst>
            </a:pPr>
            <a:r>
              <a:rPr dirty="0" sz="1200">
                <a:solidFill>
                  <a:srgbClr val="22244B"/>
                </a:solidFill>
                <a:latin typeface="Calibri"/>
                <a:cs typeface="Calibri"/>
              </a:rPr>
              <a:t>Simple</a:t>
            </a:r>
            <a:r>
              <a:rPr dirty="0" sz="1200" spc="-45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244B"/>
                </a:solidFill>
                <a:latin typeface="Calibri"/>
                <a:cs typeface="Calibri"/>
              </a:rPr>
              <a:t>dashboard</a:t>
            </a:r>
            <a:r>
              <a:rPr dirty="0" sz="1200" spc="-45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2244B"/>
                </a:solidFill>
                <a:latin typeface="Calibri"/>
                <a:cs typeface="Calibri"/>
              </a:rPr>
              <a:t>UI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04245" y="2022585"/>
            <a:ext cx="1851025" cy="87693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02870" rIns="0" bIns="0" rtlCol="0" vert="horz">
            <a:spAutoFit/>
          </a:bodyPr>
          <a:lstStyle/>
          <a:p>
            <a:pPr marL="281940" indent="-193040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281940" algn="l"/>
              </a:tabLst>
            </a:pPr>
            <a:r>
              <a:rPr dirty="0" sz="1200" spc="-25">
                <a:solidFill>
                  <a:srgbClr val="22244B"/>
                </a:solidFill>
                <a:latin typeface="Calibri"/>
                <a:cs typeface="Calibri"/>
              </a:rPr>
              <a:t>NLP</a:t>
            </a:r>
            <a:endParaRPr sz="1200">
              <a:latin typeface="Calibri"/>
              <a:cs typeface="Calibri"/>
            </a:endParaRPr>
          </a:p>
          <a:p>
            <a:pPr marL="281940" indent="-193040">
              <a:lnSpc>
                <a:spcPct val="100000"/>
              </a:lnSpc>
              <a:buFont typeface="Arial MT"/>
              <a:buChar char="•"/>
              <a:tabLst>
                <a:tab pos="281940" algn="l"/>
              </a:tabLst>
            </a:pPr>
            <a:r>
              <a:rPr dirty="0" sz="1200" spc="-35">
                <a:solidFill>
                  <a:srgbClr val="22244B"/>
                </a:solidFill>
                <a:latin typeface="Calibri"/>
                <a:cs typeface="Calibri"/>
              </a:rPr>
              <a:t>Tool</a:t>
            </a: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 calling</a:t>
            </a:r>
            <a:endParaRPr sz="1200">
              <a:latin typeface="Calibri"/>
              <a:cs typeface="Calibri"/>
            </a:endParaRPr>
          </a:p>
          <a:p>
            <a:pPr marL="281940" indent="-193040">
              <a:lnSpc>
                <a:spcPct val="100000"/>
              </a:lnSpc>
              <a:buFont typeface="Arial MT"/>
              <a:buChar char="•"/>
              <a:tabLst>
                <a:tab pos="281940" algn="l"/>
              </a:tabLst>
            </a:pPr>
            <a:r>
              <a:rPr dirty="0" sz="1200">
                <a:solidFill>
                  <a:srgbClr val="22244B"/>
                </a:solidFill>
                <a:latin typeface="Calibri"/>
                <a:cs typeface="Calibri"/>
              </a:rPr>
              <a:t>CRM</a:t>
            </a:r>
            <a:r>
              <a:rPr dirty="0" sz="1200" spc="-20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backend</a:t>
            </a:r>
            <a:r>
              <a:rPr dirty="0" sz="1200" spc="-20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integration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28136" y="4037473"/>
            <a:ext cx="1851025" cy="79946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9530" rIns="0" bIns="0" rtlCol="0" vert="horz">
            <a:spAutoFit/>
          </a:bodyPr>
          <a:lstStyle/>
          <a:p>
            <a:pPr marL="286385" indent="-19304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86385" algn="l"/>
              </a:tabLst>
            </a:pPr>
            <a:r>
              <a:rPr dirty="0" sz="1200" spc="-25">
                <a:solidFill>
                  <a:srgbClr val="22244B"/>
                </a:solidFill>
                <a:latin typeface="Calibri"/>
                <a:cs typeface="Calibri"/>
              </a:rPr>
              <a:t>RAG</a:t>
            </a:r>
            <a:endParaRPr sz="1200">
              <a:latin typeface="Calibri"/>
              <a:cs typeface="Calibri"/>
            </a:endParaRPr>
          </a:p>
          <a:p>
            <a:pPr marL="286385" indent="-193040">
              <a:lnSpc>
                <a:spcPct val="100000"/>
              </a:lnSpc>
              <a:buFont typeface="Arial MT"/>
              <a:buChar char="•"/>
              <a:tabLst>
                <a:tab pos="286385" algn="l"/>
              </a:tabLst>
            </a:pP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Conversation</a:t>
            </a:r>
            <a:r>
              <a:rPr dirty="0" sz="1200" spc="-5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memory</a:t>
            </a:r>
            <a:endParaRPr sz="1200">
              <a:latin typeface="Calibri"/>
              <a:cs typeface="Calibri"/>
            </a:endParaRPr>
          </a:p>
          <a:p>
            <a:pPr marL="286385" marR="245745" indent="-193675">
              <a:lnSpc>
                <a:spcPct val="100000"/>
              </a:lnSpc>
              <a:buFont typeface="Arial MT"/>
              <a:buChar char="•"/>
              <a:tabLst>
                <a:tab pos="286385" algn="l"/>
              </a:tabLst>
            </a:pP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Auto-generated</a:t>
            </a:r>
            <a:r>
              <a:rPr dirty="0" sz="1200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sales reports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012436" y="2071338"/>
            <a:ext cx="1851025" cy="78930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3660" rIns="0" bIns="0" rtlCol="0" vert="horz">
            <a:spAutoFit/>
          </a:bodyPr>
          <a:lstStyle/>
          <a:p>
            <a:pPr marL="274955" indent="-1924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74955" algn="l"/>
              </a:tabLst>
            </a:pP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System</a:t>
            </a:r>
            <a:r>
              <a:rPr dirty="0" sz="1200" spc="-30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testing</a:t>
            </a:r>
            <a:endParaRPr sz="1200">
              <a:latin typeface="Calibri"/>
              <a:cs typeface="Calibri"/>
            </a:endParaRPr>
          </a:p>
          <a:p>
            <a:pPr marL="274955" indent="-192405">
              <a:lnSpc>
                <a:spcPct val="100000"/>
              </a:lnSpc>
              <a:buFont typeface="Arial MT"/>
              <a:buChar char="•"/>
              <a:tabLst>
                <a:tab pos="274955" algn="l"/>
              </a:tabLst>
            </a:pPr>
            <a:r>
              <a:rPr dirty="0" sz="1200">
                <a:solidFill>
                  <a:srgbClr val="22244B"/>
                </a:solidFill>
                <a:latin typeface="Calibri"/>
                <a:cs typeface="Calibri"/>
              </a:rPr>
              <a:t>UI</a:t>
            </a:r>
            <a:r>
              <a:rPr dirty="0" sz="1200" spc="-25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polishing</a:t>
            </a:r>
            <a:endParaRPr sz="1200">
              <a:latin typeface="Calibri"/>
              <a:cs typeface="Calibri"/>
            </a:endParaRPr>
          </a:p>
          <a:p>
            <a:pPr marL="274955" indent="-192405">
              <a:lnSpc>
                <a:spcPct val="100000"/>
              </a:lnSpc>
              <a:buFont typeface="Arial MT"/>
              <a:buChar char="•"/>
              <a:tabLst>
                <a:tab pos="274955" algn="l"/>
              </a:tabLst>
            </a:pPr>
            <a:r>
              <a:rPr dirty="0" sz="1200">
                <a:solidFill>
                  <a:srgbClr val="22244B"/>
                </a:solidFill>
                <a:latin typeface="Calibri"/>
                <a:cs typeface="Calibri"/>
              </a:rPr>
              <a:t>Final</a:t>
            </a:r>
            <a:r>
              <a:rPr dirty="0" sz="1200" spc="-20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244B"/>
                </a:solidFill>
                <a:latin typeface="Calibri"/>
                <a:cs typeface="Calibri"/>
              </a:rPr>
              <a:t>presentation</a:t>
            </a:r>
            <a:r>
              <a:rPr dirty="0" sz="1200" spc="-15">
                <a:solidFill>
                  <a:srgbClr val="22244B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22244B"/>
                </a:solidFill>
                <a:latin typeface="Calibri"/>
                <a:cs typeface="Calibri"/>
              </a:rPr>
              <a:t>demo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888788" y="3546616"/>
            <a:ext cx="2156460" cy="490855"/>
          </a:xfrm>
          <a:custGeom>
            <a:avLst/>
            <a:gdLst/>
            <a:ahLst/>
            <a:cxnLst/>
            <a:rect l="l" t="t" r="r" b="b"/>
            <a:pathLst>
              <a:path w="2156459" h="490854">
                <a:moveTo>
                  <a:pt x="2155962" y="490578"/>
                </a:moveTo>
                <a:lnTo>
                  <a:pt x="169973" y="490578"/>
                </a:lnTo>
                <a:lnTo>
                  <a:pt x="130503" y="483313"/>
                </a:lnTo>
                <a:lnTo>
                  <a:pt x="94394" y="464134"/>
                </a:lnTo>
                <a:lnTo>
                  <a:pt x="62667" y="434535"/>
                </a:lnTo>
                <a:lnTo>
                  <a:pt x="36343" y="396011"/>
                </a:lnTo>
                <a:lnTo>
                  <a:pt x="16444" y="350055"/>
                </a:lnTo>
                <a:lnTo>
                  <a:pt x="3989" y="298161"/>
                </a:lnTo>
                <a:lnTo>
                  <a:pt x="0" y="241822"/>
                </a:lnTo>
                <a:lnTo>
                  <a:pt x="4926" y="186723"/>
                </a:lnTo>
                <a:lnTo>
                  <a:pt x="17940" y="136152"/>
                </a:lnTo>
                <a:lnTo>
                  <a:pt x="38060" y="91502"/>
                </a:lnTo>
                <a:lnTo>
                  <a:pt x="64305" y="54168"/>
                </a:lnTo>
                <a:lnTo>
                  <a:pt x="95693" y="25544"/>
                </a:lnTo>
                <a:lnTo>
                  <a:pt x="131243" y="7023"/>
                </a:lnTo>
                <a:lnTo>
                  <a:pt x="169973" y="0"/>
                </a:lnTo>
                <a:lnTo>
                  <a:pt x="2155962" y="0"/>
                </a:lnTo>
                <a:lnTo>
                  <a:pt x="2155962" y="490578"/>
                </a:lnTo>
                <a:close/>
              </a:path>
            </a:pathLst>
          </a:custGeom>
          <a:solidFill>
            <a:srgbClr val="8861F1">
              <a:alpha val="578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312000" y="3575271"/>
            <a:ext cx="12827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dirty="0" sz="14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02648"/>
            <a:ext cx="4099776" cy="29408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4924" y="0"/>
            <a:ext cx="2379076" cy="323733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07485" y="4073972"/>
            <a:ext cx="2437130" cy="1069975"/>
          </a:xfrm>
          <a:custGeom>
            <a:avLst/>
            <a:gdLst/>
            <a:ahLst/>
            <a:cxnLst/>
            <a:rect l="l" t="t" r="r" b="b"/>
            <a:pathLst>
              <a:path w="2437129" h="1069975">
                <a:moveTo>
                  <a:pt x="1417245" y="453924"/>
                </a:moveTo>
                <a:lnTo>
                  <a:pt x="1409440" y="453924"/>
                </a:lnTo>
                <a:lnTo>
                  <a:pt x="1784065" y="35774"/>
                </a:lnTo>
                <a:lnTo>
                  <a:pt x="1780623" y="29580"/>
                </a:lnTo>
                <a:lnTo>
                  <a:pt x="1779290" y="22724"/>
                </a:lnTo>
                <a:lnTo>
                  <a:pt x="1780170" y="15757"/>
                </a:lnTo>
                <a:lnTo>
                  <a:pt x="1783365" y="9224"/>
                </a:lnTo>
                <a:lnTo>
                  <a:pt x="1787665" y="3199"/>
                </a:lnTo>
                <a:lnTo>
                  <a:pt x="1794490" y="0"/>
                </a:lnTo>
                <a:lnTo>
                  <a:pt x="1805840" y="0"/>
                </a:lnTo>
                <a:lnTo>
                  <a:pt x="1810340" y="1324"/>
                </a:lnTo>
                <a:lnTo>
                  <a:pt x="1819065" y="7574"/>
                </a:lnTo>
                <a:lnTo>
                  <a:pt x="1822240" y="12699"/>
                </a:lnTo>
                <a:lnTo>
                  <a:pt x="1823190" y="18524"/>
                </a:lnTo>
                <a:lnTo>
                  <a:pt x="1823923" y="22724"/>
                </a:lnTo>
                <a:lnTo>
                  <a:pt x="1823340" y="27149"/>
                </a:lnTo>
                <a:lnTo>
                  <a:pt x="1821590" y="31074"/>
                </a:lnTo>
                <a:lnTo>
                  <a:pt x="1828345" y="36024"/>
                </a:lnTo>
                <a:lnTo>
                  <a:pt x="1818415" y="36024"/>
                </a:lnTo>
                <a:lnTo>
                  <a:pt x="1815278" y="39899"/>
                </a:lnTo>
                <a:lnTo>
                  <a:pt x="1788190" y="39899"/>
                </a:lnTo>
                <a:lnTo>
                  <a:pt x="1417245" y="453924"/>
                </a:lnTo>
                <a:close/>
              </a:path>
              <a:path w="2437129" h="1069975">
                <a:moveTo>
                  <a:pt x="2436514" y="488950"/>
                </a:moveTo>
                <a:lnTo>
                  <a:pt x="1818415" y="36024"/>
                </a:lnTo>
                <a:lnTo>
                  <a:pt x="1828345" y="36024"/>
                </a:lnTo>
                <a:lnTo>
                  <a:pt x="2436514" y="481696"/>
                </a:lnTo>
                <a:lnTo>
                  <a:pt x="2436514" y="488950"/>
                </a:lnTo>
                <a:close/>
              </a:path>
              <a:path w="2437129" h="1069975">
                <a:moveTo>
                  <a:pt x="1803715" y="44149"/>
                </a:moveTo>
                <a:lnTo>
                  <a:pt x="1796401" y="44149"/>
                </a:lnTo>
                <a:lnTo>
                  <a:pt x="1792240" y="42824"/>
                </a:lnTo>
                <a:lnTo>
                  <a:pt x="1788365" y="40049"/>
                </a:lnTo>
                <a:lnTo>
                  <a:pt x="1788190" y="39899"/>
                </a:lnTo>
                <a:lnTo>
                  <a:pt x="1815278" y="39899"/>
                </a:lnTo>
                <a:lnTo>
                  <a:pt x="1815015" y="40224"/>
                </a:lnTo>
                <a:lnTo>
                  <a:pt x="1810340" y="43074"/>
                </a:lnTo>
                <a:lnTo>
                  <a:pt x="1803715" y="44149"/>
                </a:lnTo>
                <a:close/>
              </a:path>
              <a:path w="2437129" h="1069975">
                <a:moveTo>
                  <a:pt x="1216529" y="180488"/>
                </a:moveTo>
                <a:lnTo>
                  <a:pt x="1210249" y="180488"/>
                </a:lnTo>
                <a:lnTo>
                  <a:pt x="1205795" y="179174"/>
                </a:lnTo>
                <a:lnTo>
                  <a:pt x="1201990" y="176449"/>
                </a:lnTo>
                <a:lnTo>
                  <a:pt x="1196190" y="170199"/>
                </a:lnTo>
                <a:lnTo>
                  <a:pt x="1195983" y="169924"/>
                </a:lnTo>
                <a:lnTo>
                  <a:pt x="1193059" y="162049"/>
                </a:lnTo>
                <a:lnTo>
                  <a:pt x="1193264" y="154828"/>
                </a:lnTo>
                <a:lnTo>
                  <a:pt x="1193299" y="153563"/>
                </a:lnTo>
                <a:lnTo>
                  <a:pt x="1196915" y="145549"/>
                </a:lnTo>
                <a:lnTo>
                  <a:pt x="1200340" y="140749"/>
                </a:lnTo>
                <a:lnTo>
                  <a:pt x="1205465" y="137549"/>
                </a:lnTo>
                <a:lnTo>
                  <a:pt x="1211265" y="136599"/>
                </a:lnTo>
                <a:lnTo>
                  <a:pt x="1212865" y="136299"/>
                </a:lnTo>
                <a:lnTo>
                  <a:pt x="1219490" y="136299"/>
                </a:lnTo>
                <a:lnTo>
                  <a:pt x="1223940" y="137699"/>
                </a:lnTo>
                <a:lnTo>
                  <a:pt x="1227740" y="140449"/>
                </a:lnTo>
                <a:lnTo>
                  <a:pt x="1233715" y="146880"/>
                </a:lnTo>
                <a:lnTo>
                  <a:pt x="1236671" y="154828"/>
                </a:lnTo>
                <a:lnTo>
                  <a:pt x="1236466" y="162049"/>
                </a:lnTo>
                <a:lnTo>
                  <a:pt x="1236431" y="163305"/>
                </a:lnTo>
                <a:lnTo>
                  <a:pt x="1225290" y="177824"/>
                </a:lnTo>
                <a:lnTo>
                  <a:pt x="1226515" y="179949"/>
                </a:lnTo>
                <a:lnTo>
                  <a:pt x="1219765" y="179949"/>
                </a:lnTo>
                <a:lnTo>
                  <a:pt x="1218115" y="180324"/>
                </a:lnTo>
                <a:lnTo>
                  <a:pt x="1216529" y="180488"/>
                </a:lnTo>
                <a:close/>
              </a:path>
              <a:path w="2437129" h="1069975">
                <a:moveTo>
                  <a:pt x="814340" y="214124"/>
                </a:moveTo>
                <a:lnTo>
                  <a:pt x="808090" y="214124"/>
                </a:lnTo>
                <a:lnTo>
                  <a:pt x="803640" y="212824"/>
                </a:lnTo>
                <a:lnTo>
                  <a:pt x="799790" y="210049"/>
                </a:lnTo>
                <a:lnTo>
                  <a:pt x="793818" y="203629"/>
                </a:lnTo>
                <a:lnTo>
                  <a:pt x="790865" y="195681"/>
                </a:lnTo>
                <a:lnTo>
                  <a:pt x="791065" y="188449"/>
                </a:lnTo>
                <a:lnTo>
                  <a:pt x="810976" y="169924"/>
                </a:lnTo>
                <a:lnTo>
                  <a:pt x="817290" y="169924"/>
                </a:lnTo>
                <a:lnTo>
                  <a:pt x="821366" y="171199"/>
                </a:lnTo>
                <a:lnTo>
                  <a:pt x="821591" y="171199"/>
                </a:lnTo>
                <a:lnTo>
                  <a:pt x="825565" y="174049"/>
                </a:lnTo>
                <a:lnTo>
                  <a:pt x="831523" y="180488"/>
                </a:lnTo>
                <a:lnTo>
                  <a:pt x="834468" y="188449"/>
                </a:lnTo>
                <a:lnTo>
                  <a:pt x="834266" y="195681"/>
                </a:lnTo>
                <a:lnTo>
                  <a:pt x="834231" y="196936"/>
                </a:lnTo>
                <a:lnTo>
                  <a:pt x="830640" y="204949"/>
                </a:lnTo>
                <a:lnTo>
                  <a:pt x="828665" y="207699"/>
                </a:lnTo>
                <a:lnTo>
                  <a:pt x="826165" y="209774"/>
                </a:lnTo>
                <a:lnTo>
                  <a:pt x="823390" y="211324"/>
                </a:lnTo>
                <a:lnTo>
                  <a:pt x="824027" y="213474"/>
                </a:lnTo>
                <a:lnTo>
                  <a:pt x="817940" y="213474"/>
                </a:lnTo>
                <a:lnTo>
                  <a:pt x="816165" y="213899"/>
                </a:lnTo>
                <a:lnTo>
                  <a:pt x="814340" y="214124"/>
                </a:lnTo>
                <a:close/>
              </a:path>
              <a:path w="2437129" h="1069975">
                <a:moveTo>
                  <a:pt x="1540179" y="1069527"/>
                </a:moveTo>
                <a:lnTo>
                  <a:pt x="1534261" y="1069527"/>
                </a:lnTo>
                <a:lnTo>
                  <a:pt x="1395265" y="494374"/>
                </a:lnTo>
                <a:lnTo>
                  <a:pt x="1391465" y="493999"/>
                </a:lnTo>
                <a:lnTo>
                  <a:pt x="1387740" y="492749"/>
                </a:lnTo>
                <a:lnTo>
                  <a:pt x="1384540" y="490424"/>
                </a:lnTo>
                <a:lnTo>
                  <a:pt x="1378554" y="483990"/>
                </a:lnTo>
                <a:lnTo>
                  <a:pt x="1375596" y="476034"/>
                </a:lnTo>
                <a:lnTo>
                  <a:pt x="1375709" y="472024"/>
                </a:lnTo>
                <a:lnTo>
                  <a:pt x="1375835" y="467548"/>
                </a:lnTo>
                <a:lnTo>
                  <a:pt x="1379440" y="459524"/>
                </a:lnTo>
                <a:lnTo>
                  <a:pt x="1379740" y="459124"/>
                </a:lnTo>
                <a:lnTo>
                  <a:pt x="1380115" y="458849"/>
                </a:lnTo>
                <a:lnTo>
                  <a:pt x="1380390" y="458524"/>
                </a:lnTo>
                <a:lnTo>
                  <a:pt x="1219765" y="179949"/>
                </a:lnTo>
                <a:lnTo>
                  <a:pt x="1226515" y="179949"/>
                </a:lnTo>
                <a:lnTo>
                  <a:pt x="1384765" y="454399"/>
                </a:lnTo>
                <a:lnTo>
                  <a:pt x="1416819" y="454399"/>
                </a:lnTo>
                <a:lnTo>
                  <a:pt x="1413840" y="457724"/>
                </a:lnTo>
                <a:lnTo>
                  <a:pt x="1419140" y="463649"/>
                </a:lnTo>
                <a:lnTo>
                  <a:pt x="1420715" y="472024"/>
                </a:lnTo>
                <a:lnTo>
                  <a:pt x="1418190" y="479449"/>
                </a:lnTo>
                <a:lnTo>
                  <a:pt x="1438111" y="484899"/>
                </a:lnTo>
                <a:lnTo>
                  <a:pt x="1415565" y="484899"/>
                </a:lnTo>
                <a:lnTo>
                  <a:pt x="1415315" y="485299"/>
                </a:lnTo>
                <a:lnTo>
                  <a:pt x="1411915" y="490074"/>
                </a:lnTo>
                <a:lnTo>
                  <a:pt x="1406865" y="493199"/>
                </a:lnTo>
                <a:lnTo>
                  <a:pt x="1401140" y="494199"/>
                </a:lnTo>
                <a:lnTo>
                  <a:pt x="1540179" y="1069527"/>
                </a:lnTo>
                <a:close/>
              </a:path>
              <a:path w="2437129" h="1069975">
                <a:moveTo>
                  <a:pt x="2391315" y="250499"/>
                </a:moveTo>
                <a:lnTo>
                  <a:pt x="2383978" y="250499"/>
                </a:lnTo>
                <a:lnTo>
                  <a:pt x="2379840" y="249174"/>
                </a:lnTo>
                <a:lnTo>
                  <a:pt x="2376040" y="246474"/>
                </a:lnTo>
                <a:lnTo>
                  <a:pt x="2370069" y="240037"/>
                </a:lnTo>
                <a:lnTo>
                  <a:pt x="2367192" y="232277"/>
                </a:lnTo>
                <a:lnTo>
                  <a:pt x="2367280" y="226410"/>
                </a:lnTo>
                <a:lnTo>
                  <a:pt x="2367360" y="223598"/>
                </a:lnTo>
                <a:lnTo>
                  <a:pt x="2370965" y="215599"/>
                </a:lnTo>
                <a:lnTo>
                  <a:pt x="2375265" y="209574"/>
                </a:lnTo>
                <a:lnTo>
                  <a:pt x="2382090" y="206374"/>
                </a:lnTo>
                <a:lnTo>
                  <a:pt x="2393440" y="206374"/>
                </a:lnTo>
                <a:lnTo>
                  <a:pt x="2410765" y="224849"/>
                </a:lnTo>
                <a:lnTo>
                  <a:pt x="2436514" y="226410"/>
                </a:lnTo>
                <a:lnTo>
                  <a:pt x="2436514" y="230724"/>
                </a:lnTo>
                <a:lnTo>
                  <a:pt x="2410915" y="230724"/>
                </a:lnTo>
                <a:lnTo>
                  <a:pt x="2410540" y="234524"/>
                </a:lnTo>
                <a:lnTo>
                  <a:pt x="2409215" y="238199"/>
                </a:lnTo>
                <a:lnTo>
                  <a:pt x="2405440" y="243474"/>
                </a:lnTo>
                <a:lnTo>
                  <a:pt x="2403540" y="245224"/>
                </a:lnTo>
                <a:lnTo>
                  <a:pt x="2401465" y="246649"/>
                </a:lnTo>
                <a:lnTo>
                  <a:pt x="2403253" y="249174"/>
                </a:lnTo>
                <a:lnTo>
                  <a:pt x="2403359" y="249324"/>
                </a:lnTo>
                <a:lnTo>
                  <a:pt x="2396190" y="249324"/>
                </a:lnTo>
                <a:lnTo>
                  <a:pt x="2395015" y="249724"/>
                </a:lnTo>
                <a:lnTo>
                  <a:pt x="2393815" y="250099"/>
                </a:lnTo>
                <a:lnTo>
                  <a:pt x="2391315" y="250499"/>
                </a:lnTo>
                <a:close/>
              </a:path>
              <a:path w="2437129" h="1069975">
                <a:moveTo>
                  <a:pt x="958140" y="686599"/>
                </a:moveTo>
                <a:lnTo>
                  <a:pt x="948015" y="686599"/>
                </a:lnTo>
                <a:lnTo>
                  <a:pt x="943515" y="685274"/>
                </a:lnTo>
                <a:lnTo>
                  <a:pt x="939640" y="682474"/>
                </a:lnTo>
                <a:lnTo>
                  <a:pt x="933668" y="676051"/>
                </a:lnTo>
                <a:lnTo>
                  <a:pt x="930715" y="668096"/>
                </a:lnTo>
                <a:lnTo>
                  <a:pt x="930942" y="659893"/>
                </a:lnTo>
                <a:lnTo>
                  <a:pt x="930949" y="659612"/>
                </a:lnTo>
                <a:lnTo>
                  <a:pt x="934540" y="651599"/>
                </a:lnTo>
                <a:lnTo>
                  <a:pt x="937340" y="647749"/>
                </a:lnTo>
                <a:lnTo>
                  <a:pt x="941165" y="645174"/>
                </a:lnTo>
                <a:lnTo>
                  <a:pt x="945461" y="643699"/>
                </a:lnTo>
                <a:lnTo>
                  <a:pt x="945300" y="643699"/>
                </a:lnTo>
                <a:lnTo>
                  <a:pt x="818133" y="214124"/>
                </a:lnTo>
                <a:lnTo>
                  <a:pt x="818066" y="213899"/>
                </a:lnTo>
                <a:lnTo>
                  <a:pt x="817940" y="213474"/>
                </a:lnTo>
                <a:lnTo>
                  <a:pt x="824027" y="213474"/>
                </a:lnTo>
                <a:lnTo>
                  <a:pt x="950996" y="642374"/>
                </a:lnTo>
                <a:lnTo>
                  <a:pt x="957015" y="642374"/>
                </a:lnTo>
                <a:lnTo>
                  <a:pt x="974202" y="668096"/>
                </a:lnTo>
                <a:lnTo>
                  <a:pt x="971565" y="675549"/>
                </a:lnTo>
                <a:lnTo>
                  <a:pt x="976414" y="680249"/>
                </a:lnTo>
                <a:lnTo>
                  <a:pt x="968015" y="680249"/>
                </a:lnTo>
                <a:lnTo>
                  <a:pt x="963790" y="684399"/>
                </a:lnTo>
                <a:lnTo>
                  <a:pt x="958140" y="686599"/>
                </a:lnTo>
                <a:close/>
              </a:path>
              <a:path w="2437129" h="1069975">
                <a:moveTo>
                  <a:pt x="2436514" y="232277"/>
                </a:moveTo>
                <a:lnTo>
                  <a:pt x="2410915" y="230724"/>
                </a:lnTo>
                <a:lnTo>
                  <a:pt x="2436514" y="230724"/>
                </a:lnTo>
                <a:lnTo>
                  <a:pt x="2436514" y="232277"/>
                </a:lnTo>
                <a:close/>
              </a:path>
              <a:path w="2437129" h="1069975">
                <a:moveTo>
                  <a:pt x="2436514" y="306287"/>
                </a:moveTo>
                <a:lnTo>
                  <a:pt x="2396190" y="249324"/>
                </a:lnTo>
                <a:lnTo>
                  <a:pt x="2403359" y="249324"/>
                </a:lnTo>
                <a:lnTo>
                  <a:pt x="2436514" y="296150"/>
                </a:lnTo>
                <a:lnTo>
                  <a:pt x="2436514" y="306287"/>
                </a:lnTo>
                <a:close/>
              </a:path>
              <a:path w="2437129" h="1069975">
                <a:moveTo>
                  <a:pt x="1416819" y="454399"/>
                </a:moveTo>
                <a:lnTo>
                  <a:pt x="1384765" y="454399"/>
                </a:lnTo>
                <a:lnTo>
                  <a:pt x="1388490" y="451774"/>
                </a:lnTo>
                <a:lnTo>
                  <a:pt x="1392865" y="450274"/>
                </a:lnTo>
                <a:lnTo>
                  <a:pt x="1401540" y="450274"/>
                </a:lnTo>
                <a:lnTo>
                  <a:pt x="1405740" y="451474"/>
                </a:lnTo>
                <a:lnTo>
                  <a:pt x="1409440" y="453924"/>
                </a:lnTo>
                <a:lnTo>
                  <a:pt x="1417245" y="453924"/>
                </a:lnTo>
                <a:lnTo>
                  <a:pt x="1416819" y="454399"/>
                </a:lnTo>
                <a:close/>
              </a:path>
              <a:path w="2437129" h="1069975">
                <a:moveTo>
                  <a:pt x="1931447" y="1069527"/>
                </a:moveTo>
                <a:lnTo>
                  <a:pt x="1920132" y="1069527"/>
                </a:lnTo>
                <a:lnTo>
                  <a:pt x="2411615" y="769149"/>
                </a:lnTo>
                <a:lnTo>
                  <a:pt x="2411365" y="768224"/>
                </a:lnTo>
                <a:lnTo>
                  <a:pt x="2411065" y="767349"/>
                </a:lnTo>
                <a:lnTo>
                  <a:pt x="2410390" y="763349"/>
                </a:lnTo>
                <a:lnTo>
                  <a:pt x="2410590" y="760274"/>
                </a:lnTo>
                <a:lnTo>
                  <a:pt x="2411340" y="757324"/>
                </a:lnTo>
                <a:lnTo>
                  <a:pt x="1415565" y="484899"/>
                </a:lnTo>
                <a:lnTo>
                  <a:pt x="1438111" y="484899"/>
                </a:lnTo>
                <a:lnTo>
                  <a:pt x="2413615" y="751774"/>
                </a:lnTo>
                <a:lnTo>
                  <a:pt x="2436514" y="751774"/>
                </a:lnTo>
                <a:lnTo>
                  <a:pt x="2436514" y="774574"/>
                </a:lnTo>
                <a:lnTo>
                  <a:pt x="2414015" y="774574"/>
                </a:lnTo>
                <a:lnTo>
                  <a:pt x="1931447" y="1069527"/>
                </a:lnTo>
                <a:close/>
              </a:path>
              <a:path w="2437129" h="1069975">
                <a:moveTo>
                  <a:pt x="1378005" y="1069527"/>
                </a:moveTo>
                <a:lnTo>
                  <a:pt x="1369650" y="1069527"/>
                </a:lnTo>
                <a:lnTo>
                  <a:pt x="968015" y="680249"/>
                </a:lnTo>
                <a:lnTo>
                  <a:pt x="976414" y="680249"/>
                </a:lnTo>
                <a:lnTo>
                  <a:pt x="1378005" y="1069527"/>
                </a:lnTo>
                <a:close/>
              </a:path>
              <a:path w="2437129" h="1069975">
                <a:moveTo>
                  <a:pt x="2436514" y="751774"/>
                </a:moveTo>
                <a:lnTo>
                  <a:pt x="2413615" y="751774"/>
                </a:lnTo>
                <a:lnTo>
                  <a:pt x="2413990" y="751099"/>
                </a:lnTo>
                <a:lnTo>
                  <a:pt x="2414290" y="750424"/>
                </a:lnTo>
                <a:lnTo>
                  <a:pt x="2414715" y="749774"/>
                </a:lnTo>
                <a:lnTo>
                  <a:pt x="2419065" y="743774"/>
                </a:lnTo>
                <a:lnTo>
                  <a:pt x="2425865" y="740549"/>
                </a:lnTo>
                <a:lnTo>
                  <a:pt x="2436514" y="740549"/>
                </a:lnTo>
                <a:lnTo>
                  <a:pt x="2436514" y="751774"/>
                </a:lnTo>
                <a:close/>
              </a:path>
              <a:path w="2437129" h="1069975">
                <a:moveTo>
                  <a:pt x="2420002" y="1069527"/>
                </a:moveTo>
                <a:lnTo>
                  <a:pt x="2414110" y="1069527"/>
                </a:lnTo>
                <a:lnTo>
                  <a:pt x="2428083" y="784594"/>
                </a:lnTo>
                <a:lnTo>
                  <a:pt x="2428090" y="784449"/>
                </a:lnTo>
                <a:lnTo>
                  <a:pt x="2425165" y="783799"/>
                </a:lnTo>
                <a:lnTo>
                  <a:pt x="2422340" y="782599"/>
                </a:lnTo>
                <a:lnTo>
                  <a:pt x="2419865" y="780774"/>
                </a:lnTo>
                <a:lnTo>
                  <a:pt x="2417490" y="779099"/>
                </a:lnTo>
                <a:lnTo>
                  <a:pt x="2415490" y="776974"/>
                </a:lnTo>
                <a:lnTo>
                  <a:pt x="2414015" y="774574"/>
                </a:lnTo>
                <a:lnTo>
                  <a:pt x="2436514" y="774574"/>
                </a:lnTo>
                <a:lnTo>
                  <a:pt x="2436514" y="784594"/>
                </a:lnTo>
                <a:lnTo>
                  <a:pt x="2433975" y="784594"/>
                </a:lnTo>
                <a:lnTo>
                  <a:pt x="2420002" y="1069527"/>
                </a:lnTo>
                <a:close/>
              </a:path>
              <a:path w="2437129" h="1069975">
                <a:moveTo>
                  <a:pt x="639140" y="1065499"/>
                </a:moveTo>
                <a:lnTo>
                  <a:pt x="627765" y="1065499"/>
                </a:lnTo>
                <a:lnTo>
                  <a:pt x="623265" y="1064149"/>
                </a:lnTo>
                <a:lnTo>
                  <a:pt x="614565" y="1057899"/>
                </a:lnTo>
                <a:lnTo>
                  <a:pt x="611365" y="1052799"/>
                </a:lnTo>
                <a:lnTo>
                  <a:pt x="609440" y="1041099"/>
                </a:lnTo>
                <a:lnTo>
                  <a:pt x="610815" y="1035274"/>
                </a:lnTo>
                <a:lnTo>
                  <a:pt x="614265" y="1030474"/>
                </a:lnTo>
                <a:lnTo>
                  <a:pt x="617690" y="1025649"/>
                </a:lnTo>
                <a:lnTo>
                  <a:pt x="622815" y="1022474"/>
                </a:lnTo>
                <a:lnTo>
                  <a:pt x="630411" y="1021199"/>
                </a:lnTo>
                <a:lnTo>
                  <a:pt x="636890" y="1021199"/>
                </a:lnTo>
                <a:lnTo>
                  <a:pt x="640920" y="1022474"/>
                </a:lnTo>
                <a:lnTo>
                  <a:pt x="641140" y="1022474"/>
                </a:lnTo>
                <a:lnTo>
                  <a:pt x="652015" y="1030274"/>
                </a:lnTo>
                <a:lnTo>
                  <a:pt x="655115" y="1038499"/>
                </a:lnTo>
                <a:lnTo>
                  <a:pt x="654065" y="1046324"/>
                </a:lnTo>
                <a:lnTo>
                  <a:pt x="672625" y="1052024"/>
                </a:lnTo>
                <a:lnTo>
                  <a:pt x="652590" y="1052024"/>
                </a:lnTo>
                <a:lnTo>
                  <a:pt x="651990" y="1053499"/>
                </a:lnTo>
                <a:lnTo>
                  <a:pt x="651215" y="1054924"/>
                </a:lnTo>
                <a:lnTo>
                  <a:pt x="645940" y="1062299"/>
                </a:lnTo>
                <a:lnTo>
                  <a:pt x="639140" y="1065499"/>
                </a:lnTo>
                <a:close/>
              </a:path>
              <a:path w="2437129" h="1069975">
                <a:moveTo>
                  <a:pt x="729616" y="1069527"/>
                </a:moveTo>
                <a:lnTo>
                  <a:pt x="709580" y="1069527"/>
                </a:lnTo>
                <a:lnTo>
                  <a:pt x="652590" y="1052024"/>
                </a:lnTo>
                <a:lnTo>
                  <a:pt x="672625" y="1052024"/>
                </a:lnTo>
                <a:lnTo>
                  <a:pt x="729616" y="1069527"/>
                </a:lnTo>
                <a:close/>
              </a:path>
              <a:path w="2437129" h="1069975">
                <a:moveTo>
                  <a:pt x="23915" y="839099"/>
                </a:moveTo>
                <a:lnTo>
                  <a:pt x="16899" y="839099"/>
                </a:lnTo>
                <a:lnTo>
                  <a:pt x="12715" y="837799"/>
                </a:lnTo>
                <a:lnTo>
                  <a:pt x="8940" y="835049"/>
                </a:lnTo>
                <a:lnTo>
                  <a:pt x="2957" y="828636"/>
                </a:lnTo>
                <a:lnTo>
                  <a:pt x="0" y="820681"/>
                </a:lnTo>
                <a:lnTo>
                  <a:pt x="191" y="813474"/>
                </a:lnTo>
                <a:lnTo>
                  <a:pt x="225" y="812191"/>
                </a:lnTo>
                <a:lnTo>
                  <a:pt x="3790" y="804174"/>
                </a:lnTo>
                <a:lnTo>
                  <a:pt x="8115" y="798149"/>
                </a:lnTo>
                <a:lnTo>
                  <a:pt x="14940" y="794949"/>
                </a:lnTo>
                <a:lnTo>
                  <a:pt x="26290" y="794949"/>
                </a:lnTo>
                <a:lnTo>
                  <a:pt x="30765" y="796274"/>
                </a:lnTo>
                <a:lnTo>
                  <a:pt x="39490" y="802549"/>
                </a:lnTo>
                <a:lnTo>
                  <a:pt x="42665" y="807649"/>
                </a:lnTo>
                <a:lnTo>
                  <a:pt x="43615" y="813474"/>
                </a:lnTo>
                <a:lnTo>
                  <a:pt x="44615" y="819324"/>
                </a:lnTo>
                <a:lnTo>
                  <a:pt x="43215" y="825174"/>
                </a:lnTo>
                <a:lnTo>
                  <a:pt x="37440" y="833274"/>
                </a:lnTo>
                <a:lnTo>
                  <a:pt x="34265" y="835724"/>
                </a:lnTo>
                <a:lnTo>
                  <a:pt x="30665" y="837299"/>
                </a:lnTo>
                <a:lnTo>
                  <a:pt x="31059" y="838924"/>
                </a:lnTo>
                <a:lnTo>
                  <a:pt x="25040" y="838924"/>
                </a:lnTo>
                <a:lnTo>
                  <a:pt x="23915" y="839099"/>
                </a:lnTo>
                <a:close/>
              </a:path>
              <a:path w="2437129" h="1069975">
                <a:moveTo>
                  <a:pt x="86986" y="1069527"/>
                </a:moveTo>
                <a:lnTo>
                  <a:pt x="80957" y="1069527"/>
                </a:lnTo>
                <a:lnTo>
                  <a:pt x="25083" y="839099"/>
                </a:lnTo>
                <a:lnTo>
                  <a:pt x="25040" y="838924"/>
                </a:lnTo>
                <a:lnTo>
                  <a:pt x="31059" y="838924"/>
                </a:lnTo>
                <a:lnTo>
                  <a:pt x="86986" y="1069527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60950" y="3811697"/>
            <a:ext cx="283210" cy="48895"/>
          </a:xfrm>
          <a:custGeom>
            <a:avLst/>
            <a:gdLst/>
            <a:ahLst/>
            <a:cxnLst/>
            <a:rect l="l" t="t" r="r" b="b"/>
            <a:pathLst>
              <a:path w="283209" h="48895">
                <a:moveTo>
                  <a:pt x="283049" y="48767"/>
                </a:moveTo>
                <a:lnTo>
                  <a:pt x="44349" y="26699"/>
                </a:lnTo>
                <a:lnTo>
                  <a:pt x="43749" y="29624"/>
                </a:lnTo>
                <a:lnTo>
                  <a:pt x="42524" y="32474"/>
                </a:lnTo>
                <a:lnTo>
                  <a:pt x="23874" y="44324"/>
                </a:lnTo>
                <a:lnTo>
                  <a:pt x="18074" y="44324"/>
                </a:lnTo>
                <a:lnTo>
                  <a:pt x="974" y="25724"/>
                </a:lnTo>
                <a:lnTo>
                  <a:pt x="0" y="19874"/>
                </a:lnTo>
                <a:lnTo>
                  <a:pt x="1374" y="14049"/>
                </a:lnTo>
                <a:lnTo>
                  <a:pt x="4799" y="9224"/>
                </a:lnTo>
                <a:lnTo>
                  <a:pt x="9124" y="3199"/>
                </a:lnTo>
                <a:lnTo>
                  <a:pt x="15949" y="0"/>
                </a:lnTo>
                <a:lnTo>
                  <a:pt x="27324" y="0"/>
                </a:lnTo>
                <a:lnTo>
                  <a:pt x="31774" y="1349"/>
                </a:lnTo>
                <a:lnTo>
                  <a:pt x="35699" y="4149"/>
                </a:lnTo>
                <a:lnTo>
                  <a:pt x="41349" y="8174"/>
                </a:lnTo>
                <a:lnTo>
                  <a:pt x="44374" y="14399"/>
                </a:lnTo>
                <a:lnTo>
                  <a:pt x="44774" y="20799"/>
                </a:lnTo>
                <a:lnTo>
                  <a:pt x="283049" y="42848"/>
                </a:lnTo>
                <a:lnTo>
                  <a:pt x="283049" y="48767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8199" y="1683508"/>
            <a:ext cx="7166609" cy="160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DealForge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simplifies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44B"/>
                </a:solidFill>
                <a:latin typeface="Tahoma"/>
                <a:cs typeface="Tahoma"/>
              </a:rPr>
              <a:t>CRM</a:t>
            </a:r>
            <a:r>
              <a:rPr dirty="0" sz="1800" spc="-13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management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22244B"/>
                </a:solidFill>
                <a:latin typeface="Tahoma"/>
                <a:cs typeface="Tahoma"/>
              </a:rPr>
              <a:t>through</a:t>
            </a:r>
            <a:r>
              <a:rPr dirty="0" sz="1800" spc="-13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natural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language </a:t>
            </a:r>
            <a:r>
              <a:rPr dirty="0" sz="1800" spc="-45">
                <a:solidFill>
                  <a:srgbClr val="22244B"/>
                </a:solidFill>
                <a:latin typeface="Tahoma"/>
                <a:cs typeface="Tahoma"/>
              </a:rPr>
              <a:t>interaction.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22244B"/>
                </a:solidFill>
                <a:latin typeface="Tahoma"/>
                <a:cs typeface="Tahoma"/>
              </a:rPr>
              <a:t>The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solution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22244B"/>
                </a:solidFill>
                <a:latin typeface="Tahoma"/>
                <a:cs typeface="Tahoma"/>
              </a:rPr>
              <a:t>helps</a:t>
            </a:r>
            <a:r>
              <a:rPr dirty="0" sz="1800" spc="-13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sales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teams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reduce</a:t>
            </a:r>
            <a:r>
              <a:rPr dirty="0" sz="1800" spc="-13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manual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work,</a:t>
            </a:r>
            <a:r>
              <a:rPr dirty="0" sz="1800" spc="-14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improve </a:t>
            </a:r>
            <a:r>
              <a:rPr dirty="0" sz="1800" spc="-40">
                <a:solidFill>
                  <a:srgbClr val="22244B"/>
                </a:solidFill>
                <a:latin typeface="Tahoma"/>
                <a:cs typeface="Tahoma"/>
              </a:rPr>
              <a:t>data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70">
                <a:solidFill>
                  <a:srgbClr val="22244B"/>
                </a:solidFill>
                <a:latin typeface="Tahoma"/>
                <a:cs typeface="Tahoma"/>
              </a:rPr>
              <a:t>accuracy,</a:t>
            </a:r>
            <a:r>
              <a:rPr dirty="0" sz="1800" spc="-12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manage</a:t>
            </a:r>
            <a:r>
              <a:rPr dirty="0" sz="1800" spc="-12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follow-</a:t>
            </a:r>
            <a:r>
              <a:rPr dirty="0" sz="1800">
                <a:solidFill>
                  <a:srgbClr val="22244B"/>
                </a:solidFill>
                <a:latin typeface="Tahoma"/>
                <a:cs typeface="Tahoma"/>
              </a:rPr>
              <a:t>ups</a:t>
            </a:r>
            <a:r>
              <a:rPr dirty="0" sz="1800" spc="-12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22244B"/>
                </a:solidFill>
                <a:latin typeface="Tahoma"/>
                <a:cs typeface="Tahoma"/>
              </a:rPr>
              <a:t>efficiently,</a:t>
            </a:r>
            <a:r>
              <a:rPr dirty="0" sz="1800" spc="-12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and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22244B"/>
                </a:solidFill>
                <a:latin typeface="Tahoma"/>
                <a:cs typeface="Tahoma"/>
              </a:rPr>
              <a:t>generate</a:t>
            </a:r>
            <a:r>
              <a:rPr dirty="0" sz="1800" spc="-12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faster</a:t>
            </a:r>
            <a:r>
              <a:rPr dirty="0" sz="1800" spc="-12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sales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insights.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10">
                <a:solidFill>
                  <a:srgbClr val="22244B"/>
                </a:solidFill>
                <a:latin typeface="Tahoma"/>
                <a:cs typeface="Tahoma"/>
              </a:rPr>
              <a:t>It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demonstrates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how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AI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agents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can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22244B"/>
                </a:solidFill>
                <a:latin typeface="Tahoma"/>
                <a:cs typeface="Tahoma"/>
              </a:rPr>
              <a:t>enhance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productivity</a:t>
            </a:r>
            <a:r>
              <a:rPr dirty="0" sz="1800" spc="-13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22244B"/>
                </a:solidFill>
                <a:latin typeface="Tahoma"/>
                <a:cs typeface="Tahoma"/>
              </a:rPr>
              <a:t>and</a:t>
            </a:r>
            <a:r>
              <a:rPr dirty="0" sz="1800" spc="-12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44B"/>
                </a:solidFill>
                <a:latin typeface="Tahoma"/>
                <a:cs typeface="Tahoma"/>
              </a:rPr>
              <a:t>user </a:t>
            </a:r>
            <a:r>
              <a:rPr dirty="0" sz="1800" spc="-50">
                <a:solidFill>
                  <a:srgbClr val="22244B"/>
                </a:solidFill>
                <a:latin typeface="Tahoma"/>
                <a:cs typeface="Tahoma"/>
              </a:rPr>
              <a:t>experience</a:t>
            </a:r>
            <a:r>
              <a:rPr dirty="0" sz="1800" spc="-14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44B"/>
                </a:solidFill>
                <a:latin typeface="Tahoma"/>
                <a:cs typeface="Tahoma"/>
              </a:rPr>
              <a:t>in</a:t>
            </a:r>
            <a:r>
              <a:rPr dirty="0" sz="1800" spc="-14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sales</a:t>
            </a:r>
            <a:r>
              <a:rPr dirty="0" sz="1800" spc="-14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44B"/>
                </a:solidFill>
                <a:latin typeface="Tahoma"/>
                <a:cs typeface="Tahoma"/>
              </a:rPr>
              <a:t>operations.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6125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02648"/>
            <a:ext cx="4099776" cy="29408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4924" y="0"/>
            <a:ext cx="2379076" cy="323733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07485" y="4073972"/>
            <a:ext cx="2437130" cy="1069975"/>
          </a:xfrm>
          <a:custGeom>
            <a:avLst/>
            <a:gdLst/>
            <a:ahLst/>
            <a:cxnLst/>
            <a:rect l="l" t="t" r="r" b="b"/>
            <a:pathLst>
              <a:path w="2437129" h="1069975">
                <a:moveTo>
                  <a:pt x="1417245" y="453924"/>
                </a:moveTo>
                <a:lnTo>
                  <a:pt x="1409440" y="453924"/>
                </a:lnTo>
                <a:lnTo>
                  <a:pt x="1784065" y="35774"/>
                </a:lnTo>
                <a:lnTo>
                  <a:pt x="1780623" y="29580"/>
                </a:lnTo>
                <a:lnTo>
                  <a:pt x="1779290" y="22724"/>
                </a:lnTo>
                <a:lnTo>
                  <a:pt x="1780170" y="15757"/>
                </a:lnTo>
                <a:lnTo>
                  <a:pt x="1783365" y="9224"/>
                </a:lnTo>
                <a:lnTo>
                  <a:pt x="1787665" y="3199"/>
                </a:lnTo>
                <a:lnTo>
                  <a:pt x="1794490" y="0"/>
                </a:lnTo>
                <a:lnTo>
                  <a:pt x="1805840" y="0"/>
                </a:lnTo>
                <a:lnTo>
                  <a:pt x="1810340" y="1324"/>
                </a:lnTo>
                <a:lnTo>
                  <a:pt x="1819065" y="7574"/>
                </a:lnTo>
                <a:lnTo>
                  <a:pt x="1822240" y="12699"/>
                </a:lnTo>
                <a:lnTo>
                  <a:pt x="1823190" y="18524"/>
                </a:lnTo>
                <a:lnTo>
                  <a:pt x="1823923" y="22724"/>
                </a:lnTo>
                <a:lnTo>
                  <a:pt x="1823340" y="27149"/>
                </a:lnTo>
                <a:lnTo>
                  <a:pt x="1821590" y="31074"/>
                </a:lnTo>
                <a:lnTo>
                  <a:pt x="1828345" y="36024"/>
                </a:lnTo>
                <a:lnTo>
                  <a:pt x="1818415" y="36024"/>
                </a:lnTo>
                <a:lnTo>
                  <a:pt x="1815278" y="39899"/>
                </a:lnTo>
                <a:lnTo>
                  <a:pt x="1788190" y="39899"/>
                </a:lnTo>
                <a:lnTo>
                  <a:pt x="1417245" y="453924"/>
                </a:lnTo>
                <a:close/>
              </a:path>
              <a:path w="2437129" h="1069975">
                <a:moveTo>
                  <a:pt x="2436514" y="488950"/>
                </a:moveTo>
                <a:lnTo>
                  <a:pt x="1818415" y="36024"/>
                </a:lnTo>
                <a:lnTo>
                  <a:pt x="1828345" y="36024"/>
                </a:lnTo>
                <a:lnTo>
                  <a:pt x="2436514" y="481696"/>
                </a:lnTo>
                <a:lnTo>
                  <a:pt x="2436514" y="488950"/>
                </a:lnTo>
                <a:close/>
              </a:path>
              <a:path w="2437129" h="1069975">
                <a:moveTo>
                  <a:pt x="1803715" y="44149"/>
                </a:moveTo>
                <a:lnTo>
                  <a:pt x="1796401" y="44149"/>
                </a:lnTo>
                <a:lnTo>
                  <a:pt x="1792240" y="42824"/>
                </a:lnTo>
                <a:lnTo>
                  <a:pt x="1788365" y="40049"/>
                </a:lnTo>
                <a:lnTo>
                  <a:pt x="1788190" y="39899"/>
                </a:lnTo>
                <a:lnTo>
                  <a:pt x="1815278" y="39899"/>
                </a:lnTo>
                <a:lnTo>
                  <a:pt x="1815015" y="40224"/>
                </a:lnTo>
                <a:lnTo>
                  <a:pt x="1810340" y="43074"/>
                </a:lnTo>
                <a:lnTo>
                  <a:pt x="1803715" y="44149"/>
                </a:lnTo>
                <a:close/>
              </a:path>
              <a:path w="2437129" h="1069975">
                <a:moveTo>
                  <a:pt x="1216529" y="180488"/>
                </a:moveTo>
                <a:lnTo>
                  <a:pt x="1210249" y="180488"/>
                </a:lnTo>
                <a:lnTo>
                  <a:pt x="1205795" y="179174"/>
                </a:lnTo>
                <a:lnTo>
                  <a:pt x="1201990" y="176449"/>
                </a:lnTo>
                <a:lnTo>
                  <a:pt x="1196190" y="170199"/>
                </a:lnTo>
                <a:lnTo>
                  <a:pt x="1195983" y="169924"/>
                </a:lnTo>
                <a:lnTo>
                  <a:pt x="1193059" y="162049"/>
                </a:lnTo>
                <a:lnTo>
                  <a:pt x="1193264" y="154828"/>
                </a:lnTo>
                <a:lnTo>
                  <a:pt x="1193299" y="153563"/>
                </a:lnTo>
                <a:lnTo>
                  <a:pt x="1196915" y="145549"/>
                </a:lnTo>
                <a:lnTo>
                  <a:pt x="1200340" y="140749"/>
                </a:lnTo>
                <a:lnTo>
                  <a:pt x="1205465" y="137549"/>
                </a:lnTo>
                <a:lnTo>
                  <a:pt x="1211265" y="136599"/>
                </a:lnTo>
                <a:lnTo>
                  <a:pt x="1212865" y="136299"/>
                </a:lnTo>
                <a:lnTo>
                  <a:pt x="1219490" y="136299"/>
                </a:lnTo>
                <a:lnTo>
                  <a:pt x="1223940" y="137699"/>
                </a:lnTo>
                <a:lnTo>
                  <a:pt x="1227740" y="140449"/>
                </a:lnTo>
                <a:lnTo>
                  <a:pt x="1233715" y="146880"/>
                </a:lnTo>
                <a:lnTo>
                  <a:pt x="1236671" y="154828"/>
                </a:lnTo>
                <a:lnTo>
                  <a:pt x="1236466" y="162049"/>
                </a:lnTo>
                <a:lnTo>
                  <a:pt x="1236431" y="163305"/>
                </a:lnTo>
                <a:lnTo>
                  <a:pt x="1225290" y="177824"/>
                </a:lnTo>
                <a:lnTo>
                  <a:pt x="1226515" y="179949"/>
                </a:lnTo>
                <a:lnTo>
                  <a:pt x="1219765" y="179949"/>
                </a:lnTo>
                <a:lnTo>
                  <a:pt x="1218115" y="180324"/>
                </a:lnTo>
                <a:lnTo>
                  <a:pt x="1216529" y="180488"/>
                </a:lnTo>
                <a:close/>
              </a:path>
              <a:path w="2437129" h="1069975">
                <a:moveTo>
                  <a:pt x="814340" y="214124"/>
                </a:moveTo>
                <a:lnTo>
                  <a:pt x="808090" y="214124"/>
                </a:lnTo>
                <a:lnTo>
                  <a:pt x="803640" y="212824"/>
                </a:lnTo>
                <a:lnTo>
                  <a:pt x="799790" y="210049"/>
                </a:lnTo>
                <a:lnTo>
                  <a:pt x="793818" y="203629"/>
                </a:lnTo>
                <a:lnTo>
                  <a:pt x="790865" y="195681"/>
                </a:lnTo>
                <a:lnTo>
                  <a:pt x="791065" y="188449"/>
                </a:lnTo>
                <a:lnTo>
                  <a:pt x="810976" y="169924"/>
                </a:lnTo>
                <a:lnTo>
                  <a:pt x="817290" y="169924"/>
                </a:lnTo>
                <a:lnTo>
                  <a:pt x="821366" y="171199"/>
                </a:lnTo>
                <a:lnTo>
                  <a:pt x="821591" y="171199"/>
                </a:lnTo>
                <a:lnTo>
                  <a:pt x="825565" y="174049"/>
                </a:lnTo>
                <a:lnTo>
                  <a:pt x="831523" y="180488"/>
                </a:lnTo>
                <a:lnTo>
                  <a:pt x="834468" y="188449"/>
                </a:lnTo>
                <a:lnTo>
                  <a:pt x="834266" y="195681"/>
                </a:lnTo>
                <a:lnTo>
                  <a:pt x="834231" y="196936"/>
                </a:lnTo>
                <a:lnTo>
                  <a:pt x="830640" y="204949"/>
                </a:lnTo>
                <a:lnTo>
                  <a:pt x="828665" y="207699"/>
                </a:lnTo>
                <a:lnTo>
                  <a:pt x="826165" y="209774"/>
                </a:lnTo>
                <a:lnTo>
                  <a:pt x="823390" y="211324"/>
                </a:lnTo>
                <a:lnTo>
                  <a:pt x="824027" y="213474"/>
                </a:lnTo>
                <a:lnTo>
                  <a:pt x="817940" y="213474"/>
                </a:lnTo>
                <a:lnTo>
                  <a:pt x="816165" y="213899"/>
                </a:lnTo>
                <a:lnTo>
                  <a:pt x="814340" y="214124"/>
                </a:lnTo>
                <a:close/>
              </a:path>
              <a:path w="2437129" h="1069975">
                <a:moveTo>
                  <a:pt x="1540179" y="1069527"/>
                </a:moveTo>
                <a:lnTo>
                  <a:pt x="1534261" y="1069527"/>
                </a:lnTo>
                <a:lnTo>
                  <a:pt x="1395265" y="494374"/>
                </a:lnTo>
                <a:lnTo>
                  <a:pt x="1391465" y="493999"/>
                </a:lnTo>
                <a:lnTo>
                  <a:pt x="1387740" y="492749"/>
                </a:lnTo>
                <a:lnTo>
                  <a:pt x="1384540" y="490424"/>
                </a:lnTo>
                <a:lnTo>
                  <a:pt x="1378554" y="483990"/>
                </a:lnTo>
                <a:lnTo>
                  <a:pt x="1375596" y="476034"/>
                </a:lnTo>
                <a:lnTo>
                  <a:pt x="1375709" y="472024"/>
                </a:lnTo>
                <a:lnTo>
                  <a:pt x="1375835" y="467548"/>
                </a:lnTo>
                <a:lnTo>
                  <a:pt x="1379440" y="459524"/>
                </a:lnTo>
                <a:lnTo>
                  <a:pt x="1379740" y="459124"/>
                </a:lnTo>
                <a:lnTo>
                  <a:pt x="1380115" y="458849"/>
                </a:lnTo>
                <a:lnTo>
                  <a:pt x="1380390" y="458524"/>
                </a:lnTo>
                <a:lnTo>
                  <a:pt x="1219765" y="179949"/>
                </a:lnTo>
                <a:lnTo>
                  <a:pt x="1226515" y="179949"/>
                </a:lnTo>
                <a:lnTo>
                  <a:pt x="1384765" y="454399"/>
                </a:lnTo>
                <a:lnTo>
                  <a:pt x="1416819" y="454399"/>
                </a:lnTo>
                <a:lnTo>
                  <a:pt x="1413840" y="457724"/>
                </a:lnTo>
                <a:lnTo>
                  <a:pt x="1419140" y="463649"/>
                </a:lnTo>
                <a:lnTo>
                  <a:pt x="1420715" y="472024"/>
                </a:lnTo>
                <a:lnTo>
                  <a:pt x="1418190" y="479449"/>
                </a:lnTo>
                <a:lnTo>
                  <a:pt x="1438111" y="484899"/>
                </a:lnTo>
                <a:lnTo>
                  <a:pt x="1415565" y="484899"/>
                </a:lnTo>
                <a:lnTo>
                  <a:pt x="1415315" y="485299"/>
                </a:lnTo>
                <a:lnTo>
                  <a:pt x="1411915" y="490074"/>
                </a:lnTo>
                <a:lnTo>
                  <a:pt x="1406865" y="493199"/>
                </a:lnTo>
                <a:lnTo>
                  <a:pt x="1401140" y="494199"/>
                </a:lnTo>
                <a:lnTo>
                  <a:pt x="1540179" y="1069527"/>
                </a:lnTo>
                <a:close/>
              </a:path>
              <a:path w="2437129" h="1069975">
                <a:moveTo>
                  <a:pt x="2391315" y="250499"/>
                </a:moveTo>
                <a:lnTo>
                  <a:pt x="2383978" y="250499"/>
                </a:lnTo>
                <a:lnTo>
                  <a:pt x="2379840" y="249174"/>
                </a:lnTo>
                <a:lnTo>
                  <a:pt x="2376040" y="246474"/>
                </a:lnTo>
                <a:lnTo>
                  <a:pt x="2370069" y="240037"/>
                </a:lnTo>
                <a:lnTo>
                  <a:pt x="2367192" y="232277"/>
                </a:lnTo>
                <a:lnTo>
                  <a:pt x="2367280" y="226410"/>
                </a:lnTo>
                <a:lnTo>
                  <a:pt x="2367360" y="223598"/>
                </a:lnTo>
                <a:lnTo>
                  <a:pt x="2370965" y="215599"/>
                </a:lnTo>
                <a:lnTo>
                  <a:pt x="2375265" y="209574"/>
                </a:lnTo>
                <a:lnTo>
                  <a:pt x="2382090" y="206374"/>
                </a:lnTo>
                <a:lnTo>
                  <a:pt x="2393440" y="206374"/>
                </a:lnTo>
                <a:lnTo>
                  <a:pt x="2410765" y="224849"/>
                </a:lnTo>
                <a:lnTo>
                  <a:pt x="2436514" y="226410"/>
                </a:lnTo>
                <a:lnTo>
                  <a:pt x="2436514" y="230724"/>
                </a:lnTo>
                <a:lnTo>
                  <a:pt x="2410915" y="230724"/>
                </a:lnTo>
                <a:lnTo>
                  <a:pt x="2410540" y="234524"/>
                </a:lnTo>
                <a:lnTo>
                  <a:pt x="2409215" y="238199"/>
                </a:lnTo>
                <a:lnTo>
                  <a:pt x="2405440" y="243474"/>
                </a:lnTo>
                <a:lnTo>
                  <a:pt x="2403540" y="245224"/>
                </a:lnTo>
                <a:lnTo>
                  <a:pt x="2401465" y="246649"/>
                </a:lnTo>
                <a:lnTo>
                  <a:pt x="2403253" y="249174"/>
                </a:lnTo>
                <a:lnTo>
                  <a:pt x="2403359" y="249324"/>
                </a:lnTo>
                <a:lnTo>
                  <a:pt x="2396190" y="249324"/>
                </a:lnTo>
                <a:lnTo>
                  <a:pt x="2395015" y="249724"/>
                </a:lnTo>
                <a:lnTo>
                  <a:pt x="2393815" y="250099"/>
                </a:lnTo>
                <a:lnTo>
                  <a:pt x="2391315" y="250499"/>
                </a:lnTo>
                <a:close/>
              </a:path>
              <a:path w="2437129" h="1069975">
                <a:moveTo>
                  <a:pt x="958140" y="686599"/>
                </a:moveTo>
                <a:lnTo>
                  <a:pt x="948015" y="686599"/>
                </a:lnTo>
                <a:lnTo>
                  <a:pt x="943515" y="685274"/>
                </a:lnTo>
                <a:lnTo>
                  <a:pt x="939640" y="682474"/>
                </a:lnTo>
                <a:lnTo>
                  <a:pt x="933668" y="676051"/>
                </a:lnTo>
                <a:lnTo>
                  <a:pt x="930715" y="668096"/>
                </a:lnTo>
                <a:lnTo>
                  <a:pt x="930942" y="659893"/>
                </a:lnTo>
                <a:lnTo>
                  <a:pt x="930949" y="659612"/>
                </a:lnTo>
                <a:lnTo>
                  <a:pt x="934540" y="651599"/>
                </a:lnTo>
                <a:lnTo>
                  <a:pt x="937340" y="647749"/>
                </a:lnTo>
                <a:lnTo>
                  <a:pt x="941165" y="645174"/>
                </a:lnTo>
                <a:lnTo>
                  <a:pt x="945461" y="643699"/>
                </a:lnTo>
                <a:lnTo>
                  <a:pt x="945300" y="643699"/>
                </a:lnTo>
                <a:lnTo>
                  <a:pt x="818133" y="214124"/>
                </a:lnTo>
                <a:lnTo>
                  <a:pt x="818066" y="213899"/>
                </a:lnTo>
                <a:lnTo>
                  <a:pt x="817940" y="213474"/>
                </a:lnTo>
                <a:lnTo>
                  <a:pt x="824027" y="213474"/>
                </a:lnTo>
                <a:lnTo>
                  <a:pt x="950996" y="642374"/>
                </a:lnTo>
                <a:lnTo>
                  <a:pt x="957015" y="642374"/>
                </a:lnTo>
                <a:lnTo>
                  <a:pt x="974202" y="668096"/>
                </a:lnTo>
                <a:lnTo>
                  <a:pt x="971565" y="675549"/>
                </a:lnTo>
                <a:lnTo>
                  <a:pt x="976414" y="680249"/>
                </a:lnTo>
                <a:lnTo>
                  <a:pt x="968015" y="680249"/>
                </a:lnTo>
                <a:lnTo>
                  <a:pt x="963790" y="684399"/>
                </a:lnTo>
                <a:lnTo>
                  <a:pt x="958140" y="686599"/>
                </a:lnTo>
                <a:close/>
              </a:path>
              <a:path w="2437129" h="1069975">
                <a:moveTo>
                  <a:pt x="2436514" y="232277"/>
                </a:moveTo>
                <a:lnTo>
                  <a:pt x="2410915" y="230724"/>
                </a:lnTo>
                <a:lnTo>
                  <a:pt x="2436514" y="230724"/>
                </a:lnTo>
                <a:lnTo>
                  <a:pt x="2436514" y="232277"/>
                </a:lnTo>
                <a:close/>
              </a:path>
              <a:path w="2437129" h="1069975">
                <a:moveTo>
                  <a:pt x="2436514" y="306287"/>
                </a:moveTo>
                <a:lnTo>
                  <a:pt x="2396190" y="249324"/>
                </a:lnTo>
                <a:lnTo>
                  <a:pt x="2403359" y="249324"/>
                </a:lnTo>
                <a:lnTo>
                  <a:pt x="2436514" y="296150"/>
                </a:lnTo>
                <a:lnTo>
                  <a:pt x="2436514" y="306287"/>
                </a:lnTo>
                <a:close/>
              </a:path>
              <a:path w="2437129" h="1069975">
                <a:moveTo>
                  <a:pt x="1416819" y="454399"/>
                </a:moveTo>
                <a:lnTo>
                  <a:pt x="1384765" y="454399"/>
                </a:lnTo>
                <a:lnTo>
                  <a:pt x="1388490" y="451774"/>
                </a:lnTo>
                <a:lnTo>
                  <a:pt x="1392865" y="450274"/>
                </a:lnTo>
                <a:lnTo>
                  <a:pt x="1401540" y="450274"/>
                </a:lnTo>
                <a:lnTo>
                  <a:pt x="1405740" y="451474"/>
                </a:lnTo>
                <a:lnTo>
                  <a:pt x="1409440" y="453924"/>
                </a:lnTo>
                <a:lnTo>
                  <a:pt x="1417245" y="453924"/>
                </a:lnTo>
                <a:lnTo>
                  <a:pt x="1416819" y="454399"/>
                </a:lnTo>
                <a:close/>
              </a:path>
              <a:path w="2437129" h="1069975">
                <a:moveTo>
                  <a:pt x="1931447" y="1069527"/>
                </a:moveTo>
                <a:lnTo>
                  <a:pt x="1920132" y="1069527"/>
                </a:lnTo>
                <a:lnTo>
                  <a:pt x="2411615" y="769149"/>
                </a:lnTo>
                <a:lnTo>
                  <a:pt x="2411365" y="768224"/>
                </a:lnTo>
                <a:lnTo>
                  <a:pt x="2411065" y="767349"/>
                </a:lnTo>
                <a:lnTo>
                  <a:pt x="2410390" y="763349"/>
                </a:lnTo>
                <a:lnTo>
                  <a:pt x="2410590" y="760274"/>
                </a:lnTo>
                <a:lnTo>
                  <a:pt x="2411340" y="757324"/>
                </a:lnTo>
                <a:lnTo>
                  <a:pt x="1415565" y="484899"/>
                </a:lnTo>
                <a:lnTo>
                  <a:pt x="1438111" y="484899"/>
                </a:lnTo>
                <a:lnTo>
                  <a:pt x="2413615" y="751774"/>
                </a:lnTo>
                <a:lnTo>
                  <a:pt x="2436514" y="751774"/>
                </a:lnTo>
                <a:lnTo>
                  <a:pt x="2436514" y="774574"/>
                </a:lnTo>
                <a:lnTo>
                  <a:pt x="2414015" y="774574"/>
                </a:lnTo>
                <a:lnTo>
                  <a:pt x="1931447" y="1069527"/>
                </a:lnTo>
                <a:close/>
              </a:path>
              <a:path w="2437129" h="1069975">
                <a:moveTo>
                  <a:pt x="1378005" y="1069527"/>
                </a:moveTo>
                <a:lnTo>
                  <a:pt x="1369650" y="1069527"/>
                </a:lnTo>
                <a:lnTo>
                  <a:pt x="968015" y="680249"/>
                </a:lnTo>
                <a:lnTo>
                  <a:pt x="976414" y="680249"/>
                </a:lnTo>
                <a:lnTo>
                  <a:pt x="1378005" y="1069527"/>
                </a:lnTo>
                <a:close/>
              </a:path>
              <a:path w="2437129" h="1069975">
                <a:moveTo>
                  <a:pt x="2436514" y="751774"/>
                </a:moveTo>
                <a:lnTo>
                  <a:pt x="2413615" y="751774"/>
                </a:lnTo>
                <a:lnTo>
                  <a:pt x="2413990" y="751099"/>
                </a:lnTo>
                <a:lnTo>
                  <a:pt x="2414290" y="750424"/>
                </a:lnTo>
                <a:lnTo>
                  <a:pt x="2414715" y="749774"/>
                </a:lnTo>
                <a:lnTo>
                  <a:pt x="2419065" y="743774"/>
                </a:lnTo>
                <a:lnTo>
                  <a:pt x="2425865" y="740549"/>
                </a:lnTo>
                <a:lnTo>
                  <a:pt x="2436514" y="740549"/>
                </a:lnTo>
                <a:lnTo>
                  <a:pt x="2436514" y="751774"/>
                </a:lnTo>
                <a:close/>
              </a:path>
              <a:path w="2437129" h="1069975">
                <a:moveTo>
                  <a:pt x="2420002" y="1069527"/>
                </a:moveTo>
                <a:lnTo>
                  <a:pt x="2414110" y="1069527"/>
                </a:lnTo>
                <a:lnTo>
                  <a:pt x="2428083" y="784594"/>
                </a:lnTo>
                <a:lnTo>
                  <a:pt x="2428090" y="784449"/>
                </a:lnTo>
                <a:lnTo>
                  <a:pt x="2425165" y="783799"/>
                </a:lnTo>
                <a:lnTo>
                  <a:pt x="2422340" y="782599"/>
                </a:lnTo>
                <a:lnTo>
                  <a:pt x="2419865" y="780774"/>
                </a:lnTo>
                <a:lnTo>
                  <a:pt x="2417490" y="779099"/>
                </a:lnTo>
                <a:lnTo>
                  <a:pt x="2415490" y="776974"/>
                </a:lnTo>
                <a:lnTo>
                  <a:pt x="2414015" y="774574"/>
                </a:lnTo>
                <a:lnTo>
                  <a:pt x="2436514" y="774574"/>
                </a:lnTo>
                <a:lnTo>
                  <a:pt x="2436514" y="784594"/>
                </a:lnTo>
                <a:lnTo>
                  <a:pt x="2433975" y="784594"/>
                </a:lnTo>
                <a:lnTo>
                  <a:pt x="2420002" y="1069527"/>
                </a:lnTo>
                <a:close/>
              </a:path>
              <a:path w="2437129" h="1069975">
                <a:moveTo>
                  <a:pt x="639140" y="1065499"/>
                </a:moveTo>
                <a:lnTo>
                  <a:pt x="627765" y="1065499"/>
                </a:lnTo>
                <a:lnTo>
                  <a:pt x="623265" y="1064149"/>
                </a:lnTo>
                <a:lnTo>
                  <a:pt x="614565" y="1057899"/>
                </a:lnTo>
                <a:lnTo>
                  <a:pt x="611365" y="1052799"/>
                </a:lnTo>
                <a:lnTo>
                  <a:pt x="609440" y="1041099"/>
                </a:lnTo>
                <a:lnTo>
                  <a:pt x="610815" y="1035274"/>
                </a:lnTo>
                <a:lnTo>
                  <a:pt x="614265" y="1030474"/>
                </a:lnTo>
                <a:lnTo>
                  <a:pt x="617690" y="1025649"/>
                </a:lnTo>
                <a:lnTo>
                  <a:pt x="622815" y="1022474"/>
                </a:lnTo>
                <a:lnTo>
                  <a:pt x="630411" y="1021199"/>
                </a:lnTo>
                <a:lnTo>
                  <a:pt x="636890" y="1021199"/>
                </a:lnTo>
                <a:lnTo>
                  <a:pt x="640920" y="1022474"/>
                </a:lnTo>
                <a:lnTo>
                  <a:pt x="641140" y="1022474"/>
                </a:lnTo>
                <a:lnTo>
                  <a:pt x="652015" y="1030274"/>
                </a:lnTo>
                <a:lnTo>
                  <a:pt x="655115" y="1038499"/>
                </a:lnTo>
                <a:lnTo>
                  <a:pt x="654065" y="1046324"/>
                </a:lnTo>
                <a:lnTo>
                  <a:pt x="672625" y="1052024"/>
                </a:lnTo>
                <a:lnTo>
                  <a:pt x="652590" y="1052024"/>
                </a:lnTo>
                <a:lnTo>
                  <a:pt x="651990" y="1053499"/>
                </a:lnTo>
                <a:lnTo>
                  <a:pt x="651215" y="1054924"/>
                </a:lnTo>
                <a:lnTo>
                  <a:pt x="645940" y="1062299"/>
                </a:lnTo>
                <a:lnTo>
                  <a:pt x="639140" y="1065499"/>
                </a:lnTo>
                <a:close/>
              </a:path>
              <a:path w="2437129" h="1069975">
                <a:moveTo>
                  <a:pt x="729616" y="1069527"/>
                </a:moveTo>
                <a:lnTo>
                  <a:pt x="709580" y="1069527"/>
                </a:lnTo>
                <a:lnTo>
                  <a:pt x="652590" y="1052024"/>
                </a:lnTo>
                <a:lnTo>
                  <a:pt x="672625" y="1052024"/>
                </a:lnTo>
                <a:lnTo>
                  <a:pt x="729616" y="1069527"/>
                </a:lnTo>
                <a:close/>
              </a:path>
              <a:path w="2437129" h="1069975">
                <a:moveTo>
                  <a:pt x="23915" y="839099"/>
                </a:moveTo>
                <a:lnTo>
                  <a:pt x="16899" y="839099"/>
                </a:lnTo>
                <a:lnTo>
                  <a:pt x="12715" y="837799"/>
                </a:lnTo>
                <a:lnTo>
                  <a:pt x="8940" y="835049"/>
                </a:lnTo>
                <a:lnTo>
                  <a:pt x="2957" y="828636"/>
                </a:lnTo>
                <a:lnTo>
                  <a:pt x="0" y="820681"/>
                </a:lnTo>
                <a:lnTo>
                  <a:pt x="191" y="813474"/>
                </a:lnTo>
                <a:lnTo>
                  <a:pt x="225" y="812191"/>
                </a:lnTo>
                <a:lnTo>
                  <a:pt x="3790" y="804174"/>
                </a:lnTo>
                <a:lnTo>
                  <a:pt x="8115" y="798149"/>
                </a:lnTo>
                <a:lnTo>
                  <a:pt x="14940" y="794949"/>
                </a:lnTo>
                <a:lnTo>
                  <a:pt x="26290" y="794949"/>
                </a:lnTo>
                <a:lnTo>
                  <a:pt x="30765" y="796274"/>
                </a:lnTo>
                <a:lnTo>
                  <a:pt x="39490" y="802549"/>
                </a:lnTo>
                <a:lnTo>
                  <a:pt x="42665" y="807649"/>
                </a:lnTo>
                <a:lnTo>
                  <a:pt x="43615" y="813474"/>
                </a:lnTo>
                <a:lnTo>
                  <a:pt x="44615" y="819324"/>
                </a:lnTo>
                <a:lnTo>
                  <a:pt x="43215" y="825174"/>
                </a:lnTo>
                <a:lnTo>
                  <a:pt x="37440" y="833274"/>
                </a:lnTo>
                <a:lnTo>
                  <a:pt x="34265" y="835724"/>
                </a:lnTo>
                <a:lnTo>
                  <a:pt x="30665" y="837299"/>
                </a:lnTo>
                <a:lnTo>
                  <a:pt x="31059" y="838924"/>
                </a:lnTo>
                <a:lnTo>
                  <a:pt x="25040" y="838924"/>
                </a:lnTo>
                <a:lnTo>
                  <a:pt x="23915" y="839099"/>
                </a:lnTo>
                <a:close/>
              </a:path>
              <a:path w="2437129" h="1069975">
                <a:moveTo>
                  <a:pt x="86986" y="1069527"/>
                </a:moveTo>
                <a:lnTo>
                  <a:pt x="80957" y="1069527"/>
                </a:lnTo>
                <a:lnTo>
                  <a:pt x="25083" y="839099"/>
                </a:lnTo>
                <a:lnTo>
                  <a:pt x="25040" y="838924"/>
                </a:lnTo>
                <a:lnTo>
                  <a:pt x="31059" y="838924"/>
                </a:lnTo>
                <a:lnTo>
                  <a:pt x="86986" y="1069527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60950" y="3811697"/>
            <a:ext cx="283210" cy="48895"/>
          </a:xfrm>
          <a:custGeom>
            <a:avLst/>
            <a:gdLst/>
            <a:ahLst/>
            <a:cxnLst/>
            <a:rect l="l" t="t" r="r" b="b"/>
            <a:pathLst>
              <a:path w="283209" h="48895">
                <a:moveTo>
                  <a:pt x="283049" y="48767"/>
                </a:moveTo>
                <a:lnTo>
                  <a:pt x="44349" y="26699"/>
                </a:lnTo>
                <a:lnTo>
                  <a:pt x="43749" y="29624"/>
                </a:lnTo>
                <a:lnTo>
                  <a:pt x="42524" y="32474"/>
                </a:lnTo>
                <a:lnTo>
                  <a:pt x="23874" y="44324"/>
                </a:lnTo>
                <a:lnTo>
                  <a:pt x="18074" y="44324"/>
                </a:lnTo>
                <a:lnTo>
                  <a:pt x="974" y="25724"/>
                </a:lnTo>
                <a:lnTo>
                  <a:pt x="0" y="19874"/>
                </a:lnTo>
                <a:lnTo>
                  <a:pt x="1374" y="14049"/>
                </a:lnTo>
                <a:lnTo>
                  <a:pt x="4799" y="9224"/>
                </a:lnTo>
                <a:lnTo>
                  <a:pt x="9124" y="3199"/>
                </a:lnTo>
                <a:lnTo>
                  <a:pt x="15949" y="0"/>
                </a:lnTo>
                <a:lnTo>
                  <a:pt x="27324" y="0"/>
                </a:lnTo>
                <a:lnTo>
                  <a:pt x="31774" y="1349"/>
                </a:lnTo>
                <a:lnTo>
                  <a:pt x="35699" y="4149"/>
                </a:lnTo>
                <a:lnTo>
                  <a:pt x="41349" y="8174"/>
                </a:lnTo>
                <a:lnTo>
                  <a:pt x="44374" y="14399"/>
                </a:lnTo>
                <a:lnTo>
                  <a:pt x="44774" y="20799"/>
                </a:lnTo>
                <a:lnTo>
                  <a:pt x="283049" y="42848"/>
                </a:lnTo>
                <a:lnTo>
                  <a:pt x="283049" y="48767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51724" y="1420400"/>
            <a:ext cx="10160" cy="2657475"/>
          </a:xfrm>
          <a:custGeom>
            <a:avLst/>
            <a:gdLst/>
            <a:ahLst/>
            <a:cxnLst/>
            <a:rect l="l" t="t" r="r" b="b"/>
            <a:pathLst>
              <a:path w="10159" h="2657475">
                <a:moveTo>
                  <a:pt x="9599" y="0"/>
                </a:moveTo>
                <a:lnTo>
                  <a:pt x="0" y="2657399"/>
                </a:lnTo>
              </a:path>
            </a:pathLst>
          </a:custGeom>
          <a:ln w="19049">
            <a:solidFill>
              <a:srgbClr val="2224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/>
          <p:nvPr/>
        </p:nvSpPr>
        <p:spPr>
          <a:xfrm>
            <a:off x="793024" y="502810"/>
            <a:ext cx="22434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60">
                <a:solidFill>
                  <a:srgbClr val="22244B"/>
                </a:solidFill>
                <a:latin typeface="Verdana"/>
                <a:cs typeface="Verdana"/>
              </a:rPr>
              <a:t>Future</a:t>
            </a:r>
            <a:r>
              <a:rPr dirty="0" sz="3000" spc="-260">
                <a:solidFill>
                  <a:srgbClr val="22244B"/>
                </a:solidFill>
                <a:latin typeface="Verdana"/>
                <a:cs typeface="Verdana"/>
              </a:rPr>
              <a:t> </a:t>
            </a:r>
            <a:r>
              <a:rPr dirty="0" sz="3000" spc="-140">
                <a:solidFill>
                  <a:srgbClr val="22244B"/>
                </a:solidFill>
                <a:latin typeface="Verdana"/>
                <a:cs typeface="Verdana"/>
              </a:rPr>
              <a:t>Work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19062" y="1494262"/>
            <a:ext cx="3618229" cy="641350"/>
            <a:chOff x="1719062" y="1494262"/>
            <a:chExt cx="3618229" cy="641350"/>
          </a:xfrm>
        </p:grpSpPr>
        <p:sp>
          <p:nvSpPr>
            <p:cNvPr id="9" name="object 9"/>
            <p:cNvSpPr/>
            <p:nvPr/>
          </p:nvSpPr>
          <p:spPr>
            <a:xfrm>
              <a:off x="1723825" y="1499024"/>
              <a:ext cx="3608704" cy="631825"/>
            </a:xfrm>
            <a:custGeom>
              <a:avLst/>
              <a:gdLst/>
              <a:ahLst/>
              <a:cxnLst/>
              <a:rect l="l" t="t" r="r" b="b"/>
              <a:pathLst>
                <a:path w="3608704" h="631825">
                  <a:moveTo>
                    <a:pt x="3262653" y="631799"/>
                  </a:moveTo>
                  <a:lnTo>
                    <a:pt x="0" y="631799"/>
                  </a:lnTo>
                  <a:lnTo>
                    <a:pt x="0" y="0"/>
                  </a:lnTo>
                  <a:lnTo>
                    <a:pt x="3262653" y="0"/>
                  </a:lnTo>
                  <a:lnTo>
                    <a:pt x="3608399" y="315899"/>
                  </a:lnTo>
                  <a:lnTo>
                    <a:pt x="3262653" y="631799"/>
                  </a:lnTo>
                  <a:close/>
                </a:path>
              </a:pathLst>
            </a:custGeom>
            <a:solidFill>
              <a:srgbClr val="E1E4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23825" y="1499024"/>
              <a:ext cx="3608704" cy="631825"/>
            </a:xfrm>
            <a:custGeom>
              <a:avLst/>
              <a:gdLst/>
              <a:ahLst/>
              <a:cxnLst/>
              <a:rect l="l" t="t" r="r" b="b"/>
              <a:pathLst>
                <a:path w="3608704" h="631825">
                  <a:moveTo>
                    <a:pt x="3608399" y="315899"/>
                  </a:moveTo>
                  <a:lnTo>
                    <a:pt x="3262653" y="0"/>
                  </a:lnTo>
                  <a:lnTo>
                    <a:pt x="0" y="0"/>
                  </a:lnTo>
                  <a:lnTo>
                    <a:pt x="0" y="631799"/>
                  </a:lnTo>
                  <a:lnTo>
                    <a:pt x="3262653" y="631799"/>
                  </a:lnTo>
                  <a:lnTo>
                    <a:pt x="3608399" y="3158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054482" y="1492344"/>
            <a:ext cx="26028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7225" marR="5080" indent="-645160">
              <a:lnSpc>
                <a:spcPct val="150000"/>
              </a:lnSpc>
              <a:spcBef>
                <a:spcPts val="100"/>
              </a:spcBef>
            </a:pPr>
            <a:r>
              <a:rPr dirty="0" sz="1000" spc="-55" b="1">
                <a:solidFill>
                  <a:srgbClr val="595959"/>
                </a:solidFill>
                <a:latin typeface="Trebuchet MS"/>
                <a:cs typeface="Trebuchet MS"/>
              </a:rPr>
              <a:t>Integration</a:t>
            </a:r>
            <a:r>
              <a:rPr dirty="0" sz="1000" spc="-35" b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000" spc="-60" b="1">
                <a:solidFill>
                  <a:srgbClr val="595959"/>
                </a:solidFill>
                <a:latin typeface="Trebuchet MS"/>
                <a:cs typeface="Trebuchet MS"/>
              </a:rPr>
              <a:t>with</a:t>
            </a:r>
            <a:r>
              <a:rPr dirty="0" sz="1000" spc="-30" b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000" spc="-50" b="1">
                <a:solidFill>
                  <a:srgbClr val="595959"/>
                </a:solidFill>
                <a:latin typeface="Trebuchet MS"/>
                <a:cs typeface="Trebuchet MS"/>
              </a:rPr>
              <a:t>existing</a:t>
            </a:r>
            <a:r>
              <a:rPr dirty="0" sz="1000" spc="-30" b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000" b="1">
                <a:solidFill>
                  <a:srgbClr val="595959"/>
                </a:solidFill>
                <a:latin typeface="Trebuchet MS"/>
                <a:cs typeface="Trebuchet MS"/>
              </a:rPr>
              <a:t>CRM</a:t>
            </a:r>
            <a:r>
              <a:rPr dirty="0" sz="1000" spc="-30" b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000" spc="-50" b="1">
                <a:solidFill>
                  <a:srgbClr val="595959"/>
                </a:solidFill>
                <a:latin typeface="Trebuchet MS"/>
                <a:cs typeface="Trebuchet MS"/>
              </a:rPr>
              <a:t>platforms</a:t>
            </a:r>
            <a:r>
              <a:rPr dirty="0" sz="1000" spc="-35" b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000" spc="-40" b="1">
                <a:solidFill>
                  <a:srgbClr val="595959"/>
                </a:solidFill>
                <a:latin typeface="Trebuchet MS"/>
                <a:cs typeface="Trebuchet MS"/>
              </a:rPr>
              <a:t>such</a:t>
            </a:r>
            <a:r>
              <a:rPr dirty="0" sz="1000" spc="-30" b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000" spc="-25" b="1">
                <a:solidFill>
                  <a:srgbClr val="595959"/>
                </a:solidFill>
                <a:latin typeface="Trebuchet MS"/>
                <a:cs typeface="Trebuchet MS"/>
              </a:rPr>
              <a:t>as </a:t>
            </a:r>
            <a:r>
              <a:rPr dirty="0" sz="1000" spc="-50" b="1">
                <a:solidFill>
                  <a:srgbClr val="595959"/>
                </a:solidFill>
                <a:latin typeface="Trebuchet MS"/>
                <a:cs typeface="Trebuchet MS"/>
              </a:rPr>
              <a:t>Salesforce</a:t>
            </a:r>
            <a:r>
              <a:rPr dirty="0" sz="1000" spc="-40" b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000" spc="-45" b="1">
                <a:solidFill>
                  <a:srgbClr val="595959"/>
                </a:solidFill>
                <a:latin typeface="Trebuchet MS"/>
                <a:cs typeface="Trebuchet MS"/>
              </a:rPr>
              <a:t>and</a:t>
            </a:r>
            <a:r>
              <a:rPr dirty="0" sz="1000" spc="-35" b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000" spc="-10" b="1">
                <a:solidFill>
                  <a:srgbClr val="595959"/>
                </a:solidFill>
                <a:latin typeface="Trebuchet MS"/>
                <a:cs typeface="Trebuchet MS"/>
              </a:rPr>
              <a:t>HubSpot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19062" y="2358837"/>
            <a:ext cx="3340100" cy="582295"/>
            <a:chOff x="1719062" y="2358837"/>
            <a:chExt cx="3340100" cy="582295"/>
          </a:xfrm>
        </p:grpSpPr>
        <p:sp>
          <p:nvSpPr>
            <p:cNvPr id="13" name="object 13"/>
            <p:cNvSpPr/>
            <p:nvPr/>
          </p:nvSpPr>
          <p:spPr>
            <a:xfrm>
              <a:off x="1723825" y="2363599"/>
              <a:ext cx="3330575" cy="572770"/>
            </a:xfrm>
            <a:custGeom>
              <a:avLst/>
              <a:gdLst/>
              <a:ahLst/>
              <a:cxnLst/>
              <a:rect l="l" t="t" r="r" b="b"/>
              <a:pathLst>
                <a:path w="3330575" h="572769">
                  <a:moveTo>
                    <a:pt x="3016595" y="572699"/>
                  </a:moveTo>
                  <a:lnTo>
                    <a:pt x="0" y="572699"/>
                  </a:lnTo>
                  <a:lnTo>
                    <a:pt x="0" y="0"/>
                  </a:lnTo>
                  <a:lnTo>
                    <a:pt x="3016595" y="0"/>
                  </a:lnTo>
                  <a:lnTo>
                    <a:pt x="3329999" y="286349"/>
                  </a:lnTo>
                  <a:lnTo>
                    <a:pt x="3016595" y="572699"/>
                  </a:lnTo>
                  <a:close/>
                </a:path>
              </a:pathLst>
            </a:custGeom>
            <a:solidFill>
              <a:srgbClr val="9FBD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723825" y="2363599"/>
              <a:ext cx="3330575" cy="572770"/>
            </a:xfrm>
            <a:custGeom>
              <a:avLst/>
              <a:gdLst/>
              <a:ahLst/>
              <a:cxnLst/>
              <a:rect l="l" t="t" r="r" b="b"/>
              <a:pathLst>
                <a:path w="3330575" h="572769">
                  <a:moveTo>
                    <a:pt x="3329999" y="286349"/>
                  </a:moveTo>
                  <a:lnTo>
                    <a:pt x="3016595" y="0"/>
                  </a:lnTo>
                  <a:lnTo>
                    <a:pt x="0" y="0"/>
                  </a:lnTo>
                  <a:lnTo>
                    <a:pt x="0" y="572699"/>
                  </a:lnTo>
                  <a:lnTo>
                    <a:pt x="3016595" y="572699"/>
                  </a:lnTo>
                  <a:lnTo>
                    <a:pt x="3329999" y="286349"/>
                  </a:lnTo>
                  <a:close/>
                </a:path>
              </a:pathLst>
            </a:custGeom>
            <a:ln w="9524">
              <a:solidFill>
                <a:srgbClr val="9FBD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254050" y="2493041"/>
            <a:ext cx="1375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>
                <a:solidFill>
                  <a:srgbClr val="595959"/>
                </a:solidFill>
                <a:latin typeface="Verdana"/>
                <a:cs typeface="Verdana"/>
              </a:rPr>
              <a:t>Sentiment</a:t>
            </a:r>
            <a:r>
              <a:rPr dirty="0" sz="1200" spc="-55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Verdana"/>
                <a:cs typeface="Verdana"/>
              </a:rPr>
              <a:t>analysis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19037" y="3303787"/>
            <a:ext cx="2858135" cy="582295"/>
            <a:chOff x="1719037" y="3303787"/>
            <a:chExt cx="2858135" cy="582295"/>
          </a:xfrm>
        </p:grpSpPr>
        <p:sp>
          <p:nvSpPr>
            <p:cNvPr id="17" name="object 17"/>
            <p:cNvSpPr/>
            <p:nvPr/>
          </p:nvSpPr>
          <p:spPr>
            <a:xfrm>
              <a:off x="1723800" y="3308549"/>
              <a:ext cx="2848610" cy="572770"/>
            </a:xfrm>
            <a:custGeom>
              <a:avLst/>
              <a:gdLst/>
              <a:ahLst/>
              <a:cxnLst/>
              <a:rect l="l" t="t" r="r" b="b"/>
              <a:pathLst>
                <a:path w="2848610" h="572770">
                  <a:moveTo>
                    <a:pt x="2534795" y="572699"/>
                  </a:moveTo>
                  <a:lnTo>
                    <a:pt x="0" y="572699"/>
                  </a:lnTo>
                  <a:lnTo>
                    <a:pt x="0" y="0"/>
                  </a:lnTo>
                  <a:lnTo>
                    <a:pt x="2534795" y="0"/>
                  </a:lnTo>
                  <a:lnTo>
                    <a:pt x="2848199" y="286349"/>
                  </a:lnTo>
                  <a:lnTo>
                    <a:pt x="2534795" y="572699"/>
                  </a:lnTo>
                  <a:close/>
                </a:path>
              </a:pathLst>
            </a:custGeom>
            <a:solidFill>
              <a:srgbClr val="6FA8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723800" y="3308549"/>
              <a:ext cx="2848610" cy="572770"/>
            </a:xfrm>
            <a:custGeom>
              <a:avLst/>
              <a:gdLst/>
              <a:ahLst/>
              <a:cxnLst/>
              <a:rect l="l" t="t" r="r" b="b"/>
              <a:pathLst>
                <a:path w="2848610" h="572770">
                  <a:moveTo>
                    <a:pt x="2848199" y="286349"/>
                  </a:moveTo>
                  <a:lnTo>
                    <a:pt x="2534795" y="0"/>
                  </a:lnTo>
                  <a:lnTo>
                    <a:pt x="0" y="0"/>
                  </a:lnTo>
                  <a:lnTo>
                    <a:pt x="0" y="572699"/>
                  </a:lnTo>
                  <a:lnTo>
                    <a:pt x="2534795" y="572699"/>
                  </a:lnTo>
                  <a:lnTo>
                    <a:pt x="2848199" y="28634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254025" y="3437991"/>
            <a:ext cx="17805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595959"/>
                </a:solidFill>
                <a:latin typeface="Verdana"/>
                <a:cs typeface="Verdana"/>
              </a:rPr>
              <a:t>Multi-</a:t>
            </a:r>
            <a:r>
              <a:rPr dirty="0" sz="1200" spc="-40">
                <a:solidFill>
                  <a:srgbClr val="595959"/>
                </a:solidFill>
                <a:latin typeface="Verdana"/>
                <a:cs typeface="Verdana"/>
              </a:rPr>
              <a:t>Language</a:t>
            </a:r>
            <a:r>
              <a:rPr dirty="0" sz="1200" spc="-25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595959"/>
                </a:solidFill>
                <a:latin typeface="Verdana"/>
                <a:cs typeface="Verdana"/>
              </a:rPr>
              <a:t>Support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95227" cy="21870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98950" y="3558989"/>
            <a:ext cx="3052445" cy="4324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65"/>
              </a:lnSpc>
            </a:pPr>
            <a:r>
              <a:rPr dirty="0" sz="1000" spc="-45" b="1">
                <a:solidFill>
                  <a:srgbClr val="22244B"/>
                </a:solidFill>
                <a:latin typeface="Trebuchet MS"/>
                <a:cs typeface="Trebuchet MS"/>
              </a:rPr>
              <a:t>CREDITS:</a:t>
            </a:r>
            <a:r>
              <a:rPr dirty="0" sz="1000" spc="-40" b="1">
                <a:solidFill>
                  <a:srgbClr val="22244B"/>
                </a:solidFill>
                <a:latin typeface="Trebuchet MS"/>
                <a:cs typeface="Trebuchet MS"/>
              </a:rPr>
              <a:t> </a:t>
            </a:r>
            <a:r>
              <a:rPr dirty="0" sz="1000" spc="-30">
                <a:solidFill>
                  <a:srgbClr val="22244B"/>
                </a:solidFill>
                <a:latin typeface="Tahoma"/>
                <a:cs typeface="Tahoma"/>
              </a:rPr>
              <a:t>This</a:t>
            </a:r>
            <a:r>
              <a:rPr dirty="0" sz="1000" spc="-5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244B"/>
                </a:solidFill>
                <a:latin typeface="Tahoma"/>
                <a:cs typeface="Tahoma"/>
              </a:rPr>
              <a:t>presentation</a:t>
            </a:r>
            <a:r>
              <a:rPr dirty="0" sz="1000" spc="-5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244B"/>
                </a:solidFill>
                <a:latin typeface="Tahoma"/>
                <a:cs typeface="Tahoma"/>
              </a:rPr>
              <a:t>template</a:t>
            </a:r>
            <a:r>
              <a:rPr dirty="0" sz="1000" spc="-4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244B"/>
                </a:solidFill>
                <a:latin typeface="Tahoma"/>
                <a:cs typeface="Tahoma"/>
              </a:rPr>
              <a:t>was</a:t>
            </a:r>
            <a:r>
              <a:rPr dirty="0" sz="1000" spc="-5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244B"/>
                </a:solidFill>
                <a:latin typeface="Tahoma"/>
                <a:cs typeface="Tahoma"/>
              </a:rPr>
              <a:t>created</a:t>
            </a:r>
            <a:r>
              <a:rPr dirty="0" sz="1000" spc="-4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244B"/>
                </a:solidFill>
                <a:latin typeface="Tahoma"/>
                <a:cs typeface="Tahoma"/>
              </a:rPr>
              <a:t>by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1000" spc="-30" b="1">
                <a:solidFill>
                  <a:srgbClr val="22244B"/>
                </a:solidFill>
                <a:latin typeface="Trebuchet MS"/>
                <a:cs typeface="Trebuchet MS"/>
                <a:hlinkClick r:id="rId3"/>
              </a:rPr>
              <a:t>Slidesgo</a:t>
            </a:r>
            <a:r>
              <a:rPr dirty="0" sz="1000" spc="-30">
                <a:solidFill>
                  <a:srgbClr val="22244B"/>
                </a:solidFill>
                <a:latin typeface="Tahoma"/>
                <a:cs typeface="Tahoma"/>
              </a:rPr>
              <a:t>,</a:t>
            </a:r>
            <a:r>
              <a:rPr dirty="0" sz="1000" spc="-55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244B"/>
                </a:solidFill>
                <a:latin typeface="Tahoma"/>
                <a:cs typeface="Tahoma"/>
              </a:rPr>
              <a:t>and</a:t>
            </a:r>
            <a:r>
              <a:rPr dirty="0" sz="1000" spc="-5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244B"/>
                </a:solidFill>
                <a:latin typeface="Tahoma"/>
                <a:cs typeface="Tahoma"/>
              </a:rPr>
              <a:t>includes</a:t>
            </a:r>
            <a:r>
              <a:rPr dirty="0" sz="1000" spc="-5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244B"/>
                </a:solidFill>
                <a:latin typeface="Tahoma"/>
                <a:cs typeface="Tahoma"/>
              </a:rPr>
              <a:t>icons</a:t>
            </a:r>
            <a:r>
              <a:rPr dirty="0" sz="1000" spc="-5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244B"/>
                </a:solidFill>
                <a:latin typeface="Tahoma"/>
                <a:cs typeface="Tahoma"/>
              </a:rPr>
              <a:t>by</a:t>
            </a:r>
            <a:r>
              <a:rPr dirty="0" sz="1000" spc="-6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60" b="1">
                <a:solidFill>
                  <a:srgbClr val="22244B"/>
                </a:solidFill>
                <a:latin typeface="Trebuchet MS"/>
                <a:cs typeface="Trebuchet MS"/>
                <a:hlinkClick r:id="rId4"/>
              </a:rPr>
              <a:t>Flaticon</a:t>
            </a:r>
            <a:r>
              <a:rPr dirty="0" sz="1000" spc="-60">
                <a:solidFill>
                  <a:srgbClr val="22244B"/>
                </a:solidFill>
                <a:latin typeface="Tahoma"/>
                <a:cs typeface="Tahoma"/>
              </a:rPr>
              <a:t>,</a:t>
            </a:r>
            <a:r>
              <a:rPr dirty="0" sz="1000" spc="-5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244B"/>
                </a:solidFill>
                <a:latin typeface="Tahoma"/>
                <a:cs typeface="Tahoma"/>
              </a:rPr>
              <a:t>and</a:t>
            </a:r>
            <a:r>
              <a:rPr dirty="0" sz="1000" spc="-5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244B"/>
                </a:solidFill>
                <a:latin typeface="Tahoma"/>
                <a:cs typeface="Tahoma"/>
              </a:rPr>
              <a:t>infographics </a:t>
            </a:r>
            <a:r>
              <a:rPr dirty="0" sz="1000">
                <a:solidFill>
                  <a:srgbClr val="22244B"/>
                </a:solidFill>
                <a:latin typeface="Tahoma"/>
                <a:cs typeface="Tahoma"/>
              </a:rPr>
              <a:t>&amp;</a:t>
            </a:r>
            <a:r>
              <a:rPr dirty="0" sz="1000" spc="-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244B"/>
                </a:solidFill>
                <a:latin typeface="Tahoma"/>
                <a:cs typeface="Tahoma"/>
              </a:rPr>
              <a:t>images</a:t>
            </a:r>
            <a:r>
              <a:rPr dirty="0" sz="1000" spc="-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244B"/>
                </a:solidFill>
                <a:latin typeface="Tahoma"/>
                <a:cs typeface="Tahoma"/>
              </a:rPr>
              <a:t>by</a:t>
            </a:r>
            <a:r>
              <a:rPr dirty="0" sz="1000" spc="-70">
                <a:solidFill>
                  <a:srgbClr val="22244B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2244B"/>
                </a:solidFill>
                <a:latin typeface="Trebuchet MS"/>
                <a:cs typeface="Trebuchet MS"/>
                <a:hlinkClick r:id="rId5"/>
              </a:rPr>
              <a:t>Freepik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35618" y="2771926"/>
            <a:ext cx="3300095" cy="2362200"/>
          </a:xfrm>
          <a:custGeom>
            <a:avLst/>
            <a:gdLst/>
            <a:ahLst/>
            <a:cxnLst/>
            <a:rect l="l" t="t" r="r" b="b"/>
            <a:pathLst>
              <a:path w="3300095" h="2362200">
                <a:moveTo>
                  <a:pt x="484628" y="12699"/>
                </a:moveTo>
                <a:lnTo>
                  <a:pt x="442623" y="12699"/>
                </a:lnTo>
                <a:lnTo>
                  <a:pt x="447585" y="0"/>
                </a:lnTo>
                <a:lnTo>
                  <a:pt x="482340" y="0"/>
                </a:lnTo>
                <a:lnTo>
                  <a:pt x="484628" y="12699"/>
                </a:lnTo>
                <a:close/>
              </a:path>
              <a:path w="3300095" h="2362200">
                <a:moveTo>
                  <a:pt x="1129005" y="25399"/>
                </a:moveTo>
                <a:lnTo>
                  <a:pt x="443379" y="25399"/>
                </a:lnTo>
                <a:lnTo>
                  <a:pt x="440955" y="12699"/>
                </a:lnTo>
                <a:lnTo>
                  <a:pt x="486071" y="12699"/>
                </a:lnTo>
                <a:lnTo>
                  <a:pt x="1129005" y="25399"/>
                </a:lnTo>
                <a:close/>
              </a:path>
              <a:path w="3300095" h="2362200">
                <a:moveTo>
                  <a:pt x="1171383" y="25399"/>
                </a:moveTo>
                <a:lnTo>
                  <a:pt x="1131270" y="25399"/>
                </a:lnTo>
                <a:lnTo>
                  <a:pt x="1134318" y="12699"/>
                </a:lnTo>
                <a:lnTo>
                  <a:pt x="1169108" y="12699"/>
                </a:lnTo>
                <a:lnTo>
                  <a:pt x="1171383" y="25399"/>
                </a:lnTo>
                <a:close/>
              </a:path>
              <a:path w="3300095" h="2362200">
                <a:moveTo>
                  <a:pt x="476521" y="38099"/>
                </a:moveTo>
                <a:lnTo>
                  <a:pt x="449222" y="38099"/>
                </a:lnTo>
                <a:lnTo>
                  <a:pt x="445629" y="25399"/>
                </a:lnTo>
                <a:lnTo>
                  <a:pt x="483201" y="25399"/>
                </a:lnTo>
                <a:lnTo>
                  <a:pt x="476521" y="38099"/>
                </a:lnTo>
                <a:close/>
              </a:path>
              <a:path w="3300095" h="2362200">
                <a:moveTo>
                  <a:pt x="1172891" y="38099"/>
                </a:moveTo>
                <a:lnTo>
                  <a:pt x="1128933" y="38099"/>
                </a:lnTo>
                <a:lnTo>
                  <a:pt x="485685" y="25399"/>
                </a:lnTo>
                <a:lnTo>
                  <a:pt x="1173284" y="25399"/>
                </a:lnTo>
                <a:lnTo>
                  <a:pt x="1172891" y="38099"/>
                </a:lnTo>
                <a:close/>
              </a:path>
              <a:path w="3300095" h="2362200">
                <a:moveTo>
                  <a:pt x="1968933" y="419099"/>
                </a:moveTo>
                <a:lnTo>
                  <a:pt x="1924406" y="419099"/>
                </a:lnTo>
                <a:lnTo>
                  <a:pt x="1924710" y="406399"/>
                </a:lnTo>
                <a:lnTo>
                  <a:pt x="1168168" y="50799"/>
                </a:lnTo>
                <a:lnTo>
                  <a:pt x="1132363" y="50799"/>
                </a:lnTo>
                <a:lnTo>
                  <a:pt x="1130113" y="38099"/>
                </a:lnTo>
                <a:lnTo>
                  <a:pt x="1171133" y="38099"/>
                </a:lnTo>
                <a:lnTo>
                  <a:pt x="1926240" y="406399"/>
                </a:lnTo>
                <a:lnTo>
                  <a:pt x="1968575" y="406399"/>
                </a:lnTo>
                <a:lnTo>
                  <a:pt x="1968933" y="419099"/>
                </a:lnTo>
                <a:close/>
              </a:path>
              <a:path w="3300095" h="2362200">
                <a:moveTo>
                  <a:pt x="1964824" y="406399"/>
                </a:moveTo>
                <a:lnTo>
                  <a:pt x="1928368" y="406399"/>
                </a:lnTo>
                <a:lnTo>
                  <a:pt x="1930104" y="393699"/>
                </a:lnTo>
                <a:lnTo>
                  <a:pt x="1961350" y="393699"/>
                </a:lnTo>
                <a:lnTo>
                  <a:pt x="1964824" y="406399"/>
                </a:lnTo>
                <a:close/>
              </a:path>
              <a:path w="3300095" h="2362200">
                <a:moveTo>
                  <a:pt x="1962938" y="431799"/>
                </a:moveTo>
                <a:lnTo>
                  <a:pt x="1928148" y="431799"/>
                </a:lnTo>
                <a:lnTo>
                  <a:pt x="1925868" y="419099"/>
                </a:lnTo>
                <a:lnTo>
                  <a:pt x="1966915" y="419099"/>
                </a:lnTo>
                <a:lnTo>
                  <a:pt x="1962938" y="431799"/>
                </a:lnTo>
                <a:close/>
              </a:path>
              <a:path w="3300095" h="2362200">
                <a:moveTo>
                  <a:pt x="1701606" y="1257299"/>
                </a:moveTo>
                <a:lnTo>
                  <a:pt x="1695808" y="1257299"/>
                </a:lnTo>
                <a:lnTo>
                  <a:pt x="1936678" y="431799"/>
                </a:lnTo>
                <a:lnTo>
                  <a:pt x="1942204" y="431799"/>
                </a:lnTo>
                <a:lnTo>
                  <a:pt x="1701606" y="1257299"/>
                </a:lnTo>
                <a:close/>
              </a:path>
              <a:path w="3300095" h="2362200">
                <a:moveTo>
                  <a:pt x="2671181" y="1117599"/>
                </a:moveTo>
                <a:lnTo>
                  <a:pt x="2667702" y="1117599"/>
                </a:lnTo>
                <a:lnTo>
                  <a:pt x="1956794" y="431799"/>
                </a:lnTo>
                <a:lnTo>
                  <a:pt x="1961597" y="431799"/>
                </a:lnTo>
                <a:lnTo>
                  <a:pt x="2671181" y="1117599"/>
                </a:lnTo>
                <a:close/>
              </a:path>
              <a:path w="3300095" h="2362200">
                <a:moveTo>
                  <a:pt x="838584" y="571499"/>
                </a:moveTo>
                <a:lnTo>
                  <a:pt x="793413" y="571499"/>
                </a:lnTo>
                <a:lnTo>
                  <a:pt x="793066" y="558799"/>
                </a:lnTo>
                <a:lnTo>
                  <a:pt x="795073" y="558799"/>
                </a:lnTo>
                <a:lnTo>
                  <a:pt x="799055" y="546099"/>
                </a:lnTo>
                <a:lnTo>
                  <a:pt x="833874" y="546099"/>
                </a:lnTo>
                <a:lnTo>
                  <a:pt x="836154" y="558799"/>
                </a:lnTo>
                <a:lnTo>
                  <a:pt x="838584" y="571499"/>
                </a:lnTo>
                <a:close/>
              </a:path>
              <a:path w="3300095" h="2362200">
                <a:moveTo>
                  <a:pt x="830833" y="584199"/>
                </a:moveTo>
                <a:lnTo>
                  <a:pt x="800619" y="584199"/>
                </a:lnTo>
                <a:lnTo>
                  <a:pt x="797140" y="571499"/>
                </a:lnTo>
                <a:lnTo>
                  <a:pt x="836911" y="571499"/>
                </a:lnTo>
                <a:lnTo>
                  <a:pt x="830833" y="584199"/>
                </a:lnTo>
                <a:close/>
              </a:path>
              <a:path w="3300095" h="2362200">
                <a:moveTo>
                  <a:pt x="1080072" y="1028699"/>
                </a:moveTo>
                <a:lnTo>
                  <a:pt x="1074946" y="1028699"/>
                </a:lnTo>
                <a:lnTo>
                  <a:pt x="823040" y="584199"/>
                </a:lnTo>
                <a:lnTo>
                  <a:pt x="828293" y="584199"/>
                </a:lnTo>
                <a:lnTo>
                  <a:pt x="1080072" y="1028699"/>
                </a:lnTo>
                <a:close/>
              </a:path>
              <a:path w="3300095" h="2362200">
                <a:moveTo>
                  <a:pt x="40743" y="914399"/>
                </a:moveTo>
                <a:lnTo>
                  <a:pt x="1982" y="914399"/>
                </a:lnTo>
                <a:lnTo>
                  <a:pt x="5959" y="901699"/>
                </a:lnTo>
                <a:lnTo>
                  <a:pt x="37210" y="901699"/>
                </a:lnTo>
                <a:lnTo>
                  <a:pt x="40743" y="914399"/>
                </a:lnTo>
                <a:close/>
              </a:path>
              <a:path w="3300095" h="2362200">
                <a:moveTo>
                  <a:pt x="43496" y="927099"/>
                </a:moveTo>
                <a:lnTo>
                  <a:pt x="267" y="927099"/>
                </a:lnTo>
                <a:lnTo>
                  <a:pt x="0" y="914399"/>
                </a:lnTo>
                <a:lnTo>
                  <a:pt x="44468" y="914399"/>
                </a:lnTo>
                <a:lnTo>
                  <a:pt x="44427" y="926939"/>
                </a:lnTo>
                <a:lnTo>
                  <a:pt x="41612" y="926939"/>
                </a:lnTo>
                <a:lnTo>
                  <a:pt x="43496" y="927099"/>
                </a:lnTo>
                <a:close/>
              </a:path>
              <a:path w="3300095" h="2362200">
                <a:moveTo>
                  <a:pt x="44426" y="927099"/>
                </a:moveTo>
                <a:lnTo>
                  <a:pt x="41612" y="926939"/>
                </a:lnTo>
                <a:lnTo>
                  <a:pt x="44427" y="926939"/>
                </a:lnTo>
                <a:lnTo>
                  <a:pt x="44426" y="927099"/>
                </a:lnTo>
                <a:close/>
              </a:path>
              <a:path w="3300095" h="2362200">
                <a:moveTo>
                  <a:pt x="41082" y="939799"/>
                </a:moveTo>
                <a:lnTo>
                  <a:pt x="4073" y="939799"/>
                </a:lnTo>
                <a:lnTo>
                  <a:pt x="1750" y="927099"/>
                </a:lnTo>
                <a:lnTo>
                  <a:pt x="42575" y="927099"/>
                </a:lnTo>
                <a:lnTo>
                  <a:pt x="41082" y="939799"/>
                </a:lnTo>
                <a:close/>
              </a:path>
              <a:path w="3300095" h="2362200">
                <a:moveTo>
                  <a:pt x="535633" y="965199"/>
                </a:moveTo>
                <a:lnTo>
                  <a:pt x="492002" y="965199"/>
                </a:lnTo>
                <a:lnTo>
                  <a:pt x="43496" y="927099"/>
                </a:lnTo>
                <a:lnTo>
                  <a:pt x="44433" y="927099"/>
                </a:lnTo>
                <a:lnTo>
                  <a:pt x="491976" y="952499"/>
                </a:lnTo>
                <a:lnTo>
                  <a:pt x="536575" y="952499"/>
                </a:lnTo>
                <a:lnTo>
                  <a:pt x="535633" y="965199"/>
                </a:lnTo>
                <a:close/>
              </a:path>
              <a:path w="3300095" h="2362200">
                <a:moveTo>
                  <a:pt x="534412" y="952499"/>
                </a:moveTo>
                <a:lnTo>
                  <a:pt x="494180" y="952499"/>
                </a:lnTo>
                <a:lnTo>
                  <a:pt x="497343" y="939799"/>
                </a:lnTo>
                <a:lnTo>
                  <a:pt x="532157" y="939799"/>
                </a:lnTo>
                <a:lnTo>
                  <a:pt x="534412" y="952499"/>
                </a:lnTo>
                <a:close/>
              </a:path>
              <a:path w="3300095" h="2362200">
                <a:moveTo>
                  <a:pt x="1231184" y="1435099"/>
                </a:moveTo>
                <a:lnTo>
                  <a:pt x="1227935" y="1435099"/>
                </a:lnTo>
                <a:lnTo>
                  <a:pt x="528648" y="977899"/>
                </a:lnTo>
                <a:lnTo>
                  <a:pt x="498980" y="977899"/>
                </a:lnTo>
                <a:lnTo>
                  <a:pt x="495382" y="965199"/>
                </a:lnTo>
                <a:lnTo>
                  <a:pt x="532481" y="965199"/>
                </a:lnTo>
                <a:lnTo>
                  <a:pt x="1231184" y="1435099"/>
                </a:lnTo>
                <a:close/>
              </a:path>
              <a:path w="3300095" h="2362200">
                <a:moveTo>
                  <a:pt x="1106743" y="1041399"/>
                </a:moveTo>
                <a:lnTo>
                  <a:pt x="1067983" y="1041399"/>
                </a:lnTo>
                <a:lnTo>
                  <a:pt x="1072863" y="1028699"/>
                </a:lnTo>
                <a:lnTo>
                  <a:pt x="1098815" y="1028699"/>
                </a:lnTo>
                <a:lnTo>
                  <a:pt x="1106743" y="1041399"/>
                </a:lnTo>
                <a:close/>
              </a:path>
              <a:path w="3300095" h="2362200">
                <a:moveTo>
                  <a:pt x="1110537" y="1054099"/>
                </a:moveTo>
                <a:lnTo>
                  <a:pt x="1066281" y="1054099"/>
                </a:lnTo>
                <a:lnTo>
                  <a:pt x="1065970" y="1041399"/>
                </a:lnTo>
                <a:lnTo>
                  <a:pt x="1110384" y="1041399"/>
                </a:lnTo>
                <a:lnTo>
                  <a:pt x="1110537" y="1054099"/>
                </a:lnTo>
                <a:close/>
              </a:path>
              <a:path w="3300095" h="2362200">
                <a:moveTo>
                  <a:pt x="1106743" y="1066799"/>
                </a:moveTo>
                <a:lnTo>
                  <a:pt x="1070044" y="1066799"/>
                </a:lnTo>
                <a:lnTo>
                  <a:pt x="1067731" y="1054099"/>
                </a:lnTo>
                <a:lnTo>
                  <a:pt x="1108188" y="1054099"/>
                </a:lnTo>
                <a:lnTo>
                  <a:pt x="1106743" y="1066799"/>
                </a:lnTo>
                <a:close/>
              </a:path>
              <a:path w="3300095" h="2362200">
                <a:moveTo>
                  <a:pt x="1717336" y="1282699"/>
                </a:moveTo>
                <a:lnTo>
                  <a:pt x="1673058" y="1282699"/>
                </a:lnTo>
                <a:lnTo>
                  <a:pt x="1673622" y="1269999"/>
                </a:lnTo>
                <a:lnTo>
                  <a:pt x="1109127" y="1054099"/>
                </a:lnTo>
                <a:lnTo>
                  <a:pt x="1110356" y="1054099"/>
                </a:lnTo>
                <a:lnTo>
                  <a:pt x="1675504" y="1269999"/>
                </a:lnTo>
                <a:lnTo>
                  <a:pt x="1796340" y="1269999"/>
                </a:lnTo>
                <a:lnTo>
                  <a:pt x="1717336" y="1282699"/>
                </a:lnTo>
                <a:close/>
              </a:path>
              <a:path w="3300095" h="2362200">
                <a:moveTo>
                  <a:pt x="1262384" y="1435099"/>
                </a:moveTo>
                <a:lnTo>
                  <a:pt x="1234755" y="1435099"/>
                </a:lnTo>
                <a:lnTo>
                  <a:pt x="1236809" y="1422399"/>
                </a:lnTo>
                <a:lnTo>
                  <a:pt x="1092940" y="1066799"/>
                </a:lnTo>
                <a:lnTo>
                  <a:pt x="1098413" y="1066799"/>
                </a:lnTo>
                <a:lnTo>
                  <a:pt x="1242010" y="1422399"/>
                </a:lnTo>
                <a:lnTo>
                  <a:pt x="1256677" y="1422399"/>
                </a:lnTo>
                <a:lnTo>
                  <a:pt x="1262384" y="1435099"/>
                </a:lnTo>
                <a:close/>
              </a:path>
              <a:path w="3300095" h="2362200">
                <a:moveTo>
                  <a:pt x="2705683" y="1117599"/>
                </a:moveTo>
                <a:lnTo>
                  <a:pt x="2671181" y="1117599"/>
                </a:lnTo>
                <a:lnTo>
                  <a:pt x="2678214" y="1104899"/>
                </a:lnTo>
                <a:lnTo>
                  <a:pt x="2702115" y="1104899"/>
                </a:lnTo>
                <a:lnTo>
                  <a:pt x="2705683" y="1117599"/>
                </a:lnTo>
                <a:close/>
              </a:path>
              <a:path w="3300095" h="2362200">
                <a:moveTo>
                  <a:pt x="1796340" y="1269999"/>
                </a:moveTo>
                <a:lnTo>
                  <a:pt x="1716184" y="1269999"/>
                </a:lnTo>
                <a:lnTo>
                  <a:pt x="2665609" y="1117599"/>
                </a:lnTo>
                <a:lnTo>
                  <a:pt x="2707938" y="1117599"/>
                </a:lnTo>
                <a:lnTo>
                  <a:pt x="2710363" y="1130299"/>
                </a:lnTo>
                <a:lnTo>
                  <a:pt x="2665377" y="1130299"/>
                </a:lnTo>
                <a:lnTo>
                  <a:pt x="1796340" y="1269999"/>
                </a:lnTo>
                <a:close/>
              </a:path>
              <a:path w="3300095" h="2362200">
                <a:moveTo>
                  <a:pt x="2360870" y="1587499"/>
                </a:moveTo>
                <a:lnTo>
                  <a:pt x="2355135" y="1587499"/>
                </a:lnTo>
                <a:lnTo>
                  <a:pt x="2667202" y="1130299"/>
                </a:lnTo>
                <a:lnTo>
                  <a:pt x="2708689" y="1130299"/>
                </a:lnTo>
                <a:lnTo>
                  <a:pt x="2703275" y="1142999"/>
                </a:lnTo>
                <a:lnTo>
                  <a:pt x="2670676" y="1142999"/>
                </a:lnTo>
                <a:lnTo>
                  <a:pt x="2360870" y="1587499"/>
                </a:lnTo>
                <a:close/>
              </a:path>
              <a:path w="3300095" h="2362200">
                <a:moveTo>
                  <a:pt x="3295892" y="1739899"/>
                </a:moveTo>
                <a:lnTo>
                  <a:pt x="3264164" y="1739899"/>
                </a:lnTo>
                <a:lnTo>
                  <a:pt x="3265779" y="1727199"/>
                </a:lnTo>
                <a:lnTo>
                  <a:pt x="2697384" y="1142999"/>
                </a:lnTo>
                <a:lnTo>
                  <a:pt x="2702242" y="1142999"/>
                </a:lnTo>
                <a:lnTo>
                  <a:pt x="3271406" y="1727199"/>
                </a:lnTo>
                <a:lnTo>
                  <a:pt x="3286552" y="1727199"/>
                </a:lnTo>
                <a:lnTo>
                  <a:pt x="3295892" y="1739899"/>
                </a:lnTo>
                <a:close/>
              </a:path>
              <a:path w="3300095" h="2362200">
                <a:moveTo>
                  <a:pt x="1713040" y="1269999"/>
                </a:moveTo>
                <a:lnTo>
                  <a:pt x="1678809" y="1269999"/>
                </a:lnTo>
                <a:lnTo>
                  <a:pt x="1683314" y="1257299"/>
                </a:lnTo>
                <a:lnTo>
                  <a:pt x="1710051" y="1257299"/>
                </a:lnTo>
                <a:lnTo>
                  <a:pt x="1713040" y="1269999"/>
                </a:lnTo>
                <a:close/>
              </a:path>
              <a:path w="3300095" h="2362200">
                <a:moveTo>
                  <a:pt x="2130768" y="1943099"/>
                </a:moveTo>
                <a:lnTo>
                  <a:pt x="2127739" y="1943099"/>
                </a:lnTo>
                <a:lnTo>
                  <a:pt x="1265511" y="1460499"/>
                </a:lnTo>
                <a:lnTo>
                  <a:pt x="1226927" y="1460499"/>
                </a:lnTo>
                <a:lnTo>
                  <a:pt x="1225682" y="1447687"/>
                </a:lnTo>
                <a:lnTo>
                  <a:pt x="1226382" y="1447687"/>
                </a:lnTo>
                <a:lnTo>
                  <a:pt x="1226993" y="1435099"/>
                </a:lnTo>
                <a:lnTo>
                  <a:pt x="1266542" y="1435099"/>
                </a:lnTo>
                <a:lnTo>
                  <a:pt x="1673503" y="1282699"/>
                </a:lnTo>
                <a:lnTo>
                  <a:pt x="1675306" y="1282699"/>
                </a:lnTo>
                <a:lnTo>
                  <a:pt x="1269345" y="1447687"/>
                </a:lnTo>
                <a:lnTo>
                  <a:pt x="1268373" y="1460499"/>
                </a:lnTo>
                <a:lnTo>
                  <a:pt x="2130768" y="1943099"/>
                </a:lnTo>
                <a:close/>
              </a:path>
              <a:path w="3300095" h="2362200">
                <a:moveTo>
                  <a:pt x="2371474" y="1600199"/>
                </a:moveTo>
                <a:lnTo>
                  <a:pt x="2329963" y="1600199"/>
                </a:lnTo>
                <a:lnTo>
                  <a:pt x="1712895" y="1295399"/>
                </a:lnTo>
                <a:lnTo>
                  <a:pt x="1676533" y="1295399"/>
                </a:lnTo>
                <a:lnTo>
                  <a:pt x="1675306" y="1282699"/>
                </a:lnTo>
                <a:lnTo>
                  <a:pt x="1715775" y="1282699"/>
                </a:lnTo>
                <a:lnTo>
                  <a:pt x="2332581" y="1587499"/>
                </a:lnTo>
                <a:lnTo>
                  <a:pt x="2369156" y="1587499"/>
                </a:lnTo>
                <a:lnTo>
                  <a:pt x="2371474" y="1600199"/>
                </a:lnTo>
                <a:close/>
              </a:path>
              <a:path w="3300095" h="2362200">
                <a:moveTo>
                  <a:pt x="90296" y="1308099"/>
                </a:moveTo>
                <a:lnTo>
                  <a:pt x="66082" y="1308099"/>
                </a:lnTo>
                <a:lnTo>
                  <a:pt x="74321" y="1295399"/>
                </a:lnTo>
                <a:lnTo>
                  <a:pt x="82730" y="1295399"/>
                </a:lnTo>
                <a:lnTo>
                  <a:pt x="90296" y="1308099"/>
                </a:lnTo>
                <a:close/>
              </a:path>
              <a:path w="3300095" h="2362200">
                <a:moveTo>
                  <a:pt x="1695592" y="1308099"/>
                </a:moveTo>
                <a:lnTo>
                  <a:pt x="1686797" y="1295399"/>
                </a:lnTo>
                <a:lnTo>
                  <a:pt x="1703108" y="1295399"/>
                </a:lnTo>
                <a:lnTo>
                  <a:pt x="1695592" y="1308099"/>
                </a:lnTo>
                <a:close/>
              </a:path>
              <a:path w="3300095" h="2362200">
                <a:moveTo>
                  <a:pt x="2141368" y="1930399"/>
                </a:moveTo>
                <a:lnTo>
                  <a:pt x="2136009" y="1930399"/>
                </a:lnTo>
                <a:lnTo>
                  <a:pt x="1703108" y="1295399"/>
                </a:lnTo>
                <a:lnTo>
                  <a:pt x="1708309" y="1295399"/>
                </a:lnTo>
                <a:lnTo>
                  <a:pt x="2141368" y="1930399"/>
                </a:lnTo>
                <a:close/>
              </a:path>
              <a:path w="3300095" h="2362200">
                <a:moveTo>
                  <a:pt x="97334" y="1320799"/>
                </a:moveTo>
                <a:lnTo>
                  <a:pt x="53037" y="1320799"/>
                </a:lnTo>
                <a:lnTo>
                  <a:pt x="55068" y="1308099"/>
                </a:lnTo>
                <a:lnTo>
                  <a:pt x="96025" y="1308099"/>
                </a:lnTo>
                <a:lnTo>
                  <a:pt x="97334" y="1320799"/>
                </a:lnTo>
                <a:close/>
              </a:path>
              <a:path w="3300095" h="2362200">
                <a:moveTo>
                  <a:pt x="1222522" y="1447687"/>
                </a:moveTo>
                <a:lnTo>
                  <a:pt x="1218756" y="1447687"/>
                </a:lnTo>
                <a:lnTo>
                  <a:pt x="443244" y="1435099"/>
                </a:lnTo>
                <a:lnTo>
                  <a:pt x="399097" y="1435099"/>
                </a:lnTo>
                <a:lnTo>
                  <a:pt x="400866" y="1422399"/>
                </a:lnTo>
                <a:lnTo>
                  <a:pt x="96616" y="1333499"/>
                </a:lnTo>
                <a:lnTo>
                  <a:pt x="54811" y="1333499"/>
                </a:lnTo>
                <a:lnTo>
                  <a:pt x="53578" y="1320799"/>
                </a:lnTo>
                <a:lnTo>
                  <a:pt x="97512" y="1320799"/>
                </a:lnTo>
                <a:lnTo>
                  <a:pt x="403961" y="1422399"/>
                </a:lnTo>
                <a:lnTo>
                  <a:pt x="442160" y="1422399"/>
                </a:lnTo>
                <a:lnTo>
                  <a:pt x="1222522" y="1447687"/>
                </a:lnTo>
                <a:close/>
              </a:path>
              <a:path w="3300095" h="2362200">
                <a:moveTo>
                  <a:pt x="84811" y="1346199"/>
                </a:moveTo>
                <a:lnTo>
                  <a:pt x="68187" y="1346199"/>
                </a:lnTo>
                <a:lnTo>
                  <a:pt x="60628" y="1333499"/>
                </a:lnTo>
                <a:lnTo>
                  <a:pt x="91874" y="1333499"/>
                </a:lnTo>
                <a:lnTo>
                  <a:pt x="84811" y="1346199"/>
                </a:lnTo>
                <a:close/>
              </a:path>
              <a:path w="3300095" h="2362200">
                <a:moveTo>
                  <a:pt x="436011" y="1422399"/>
                </a:moveTo>
                <a:lnTo>
                  <a:pt x="404735" y="1422399"/>
                </a:lnTo>
                <a:lnTo>
                  <a:pt x="411804" y="1409699"/>
                </a:lnTo>
                <a:lnTo>
                  <a:pt x="428446" y="1409699"/>
                </a:lnTo>
                <a:lnTo>
                  <a:pt x="436011" y="1422399"/>
                </a:lnTo>
                <a:close/>
              </a:path>
              <a:path w="3300095" h="2362200">
                <a:moveTo>
                  <a:pt x="441534" y="1447687"/>
                </a:moveTo>
                <a:lnTo>
                  <a:pt x="400403" y="1447687"/>
                </a:lnTo>
                <a:lnTo>
                  <a:pt x="398566" y="1435099"/>
                </a:lnTo>
                <a:lnTo>
                  <a:pt x="443490" y="1435099"/>
                </a:lnTo>
                <a:lnTo>
                  <a:pt x="441534" y="1447687"/>
                </a:lnTo>
                <a:close/>
              </a:path>
              <a:path w="3300095" h="2362200">
                <a:moveTo>
                  <a:pt x="82113" y="1904999"/>
                </a:moveTo>
                <a:lnTo>
                  <a:pt x="77202" y="1904999"/>
                </a:lnTo>
                <a:lnTo>
                  <a:pt x="405753" y="1447687"/>
                </a:lnTo>
                <a:lnTo>
                  <a:pt x="410406" y="1447687"/>
                </a:lnTo>
                <a:lnTo>
                  <a:pt x="82113" y="1904999"/>
                </a:lnTo>
                <a:close/>
              </a:path>
              <a:path w="3300095" h="2362200">
                <a:moveTo>
                  <a:pt x="425763" y="1460499"/>
                </a:moveTo>
                <a:lnTo>
                  <a:pt x="417245" y="1460499"/>
                </a:lnTo>
                <a:lnTo>
                  <a:pt x="410263" y="1447687"/>
                </a:lnTo>
                <a:lnTo>
                  <a:pt x="432537" y="1447687"/>
                </a:lnTo>
                <a:lnTo>
                  <a:pt x="425763" y="1460499"/>
                </a:lnTo>
                <a:close/>
              </a:path>
              <a:path w="3300095" h="2362200">
                <a:moveTo>
                  <a:pt x="916070" y="2362199"/>
                </a:moveTo>
                <a:lnTo>
                  <a:pt x="910607" y="2362199"/>
                </a:lnTo>
                <a:lnTo>
                  <a:pt x="432418" y="1447687"/>
                </a:lnTo>
                <a:lnTo>
                  <a:pt x="437182" y="1447687"/>
                </a:lnTo>
                <a:lnTo>
                  <a:pt x="916070" y="2362199"/>
                </a:lnTo>
                <a:close/>
              </a:path>
              <a:path w="3300095" h="2362200">
                <a:moveTo>
                  <a:pt x="933493" y="2362199"/>
                </a:moveTo>
                <a:lnTo>
                  <a:pt x="927681" y="2362199"/>
                </a:lnTo>
                <a:lnTo>
                  <a:pt x="1237085" y="1473199"/>
                </a:lnTo>
                <a:lnTo>
                  <a:pt x="1235569" y="1460499"/>
                </a:lnTo>
                <a:lnTo>
                  <a:pt x="1259882" y="1460499"/>
                </a:lnTo>
                <a:lnTo>
                  <a:pt x="1266122" y="1473199"/>
                </a:lnTo>
                <a:lnTo>
                  <a:pt x="1242628" y="1473199"/>
                </a:lnTo>
                <a:lnTo>
                  <a:pt x="933493" y="2362199"/>
                </a:lnTo>
                <a:close/>
              </a:path>
              <a:path w="3300095" h="2362200">
                <a:moveTo>
                  <a:pt x="1837999" y="2057399"/>
                </a:moveTo>
                <a:lnTo>
                  <a:pt x="1833447" y="2057399"/>
                </a:lnTo>
                <a:lnTo>
                  <a:pt x="1260939" y="1460499"/>
                </a:lnTo>
                <a:lnTo>
                  <a:pt x="1265056" y="1460499"/>
                </a:lnTo>
                <a:lnTo>
                  <a:pt x="1837999" y="2057399"/>
                </a:lnTo>
                <a:close/>
              </a:path>
              <a:path w="3300095" h="2362200">
                <a:moveTo>
                  <a:pt x="1609283" y="2171699"/>
                </a:moveTo>
                <a:lnTo>
                  <a:pt x="1604359" y="2171699"/>
                </a:lnTo>
                <a:lnTo>
                  <a:pt x="1254662" y="1473199"/>
                </a:lnTo>
                <a:lnTo>
                  <a:pt x="1266122" y="1473199"/>
                </a:lnTo>
                <a:lnTo>
                  <a:pt x="1609283" y="2171699"/>
                </a:lnTo>
                <a:close/>
              </a:path>
              <a:path w="3300095" h="2362200">
                <a:moveTo>
                  <a:pt x="3299503" y="1752599"/>
                </a:moveTo>
                <a:lnTo>
                  <a:pt x="3255439" y="1752599"/>
                </a:lnTo>
                <a:lnTo>
                  <a:pt x="3256454" y="1739899"/>
                </a:lnTo>
                <a:lnTo>
                  <a:pt x="2372433" y="1612899"/>
                </a:lnTo>
                <a:lnTo>
                  <a:pt x="2329907" y="1612899"/>
                </a:lnTo>
                <a:lnTo>
                  <a:pt x="2328401" y="1600199"/>
                </a:lnTo>
                <a:lnTo>
                  <a:pt x="2372941" y="1600199"/>
                </a:lnTo>
                <a:lnTo>
                  <a:pt x="3259022" y="1739899"/>
                </a:lnTo>
                <a:lnTo>
                  <a:pt x="3298264" y="1739899"/>
                </a:lnTo>
                <a:lnTo>
                  <a:pt x="3299503" y="1752599"/>
                </a:lnTo>
                <a:close/>
              </a:path>
              <a:path w="3300095" h="2362200">
                <a:moveTo>
                  <a:pt x="2161153" y="1930399"/>
                </a:moveTo>
                <a:lnTo>
                  <a:pt x="2156114" y="1930399"/>
                </a:lnTo>
                <a:lnTo>
                  <a:pt x="2333138" y="1612899"/>
                </a:lnTo>
                <a:lnTo>
                  <a:pt x="2370020" y="1612899"/>
                </a:lnTo>
                <a:lnTo>
                  <a:pt x="2367501" y="1625599"/>
                </a:lnTo>
                <a:lnTo>
                  <a:pt x="2337431" y="1625599"/>
                </a:lnTo>
                <a:lnTo>
                  <a:pt x="2161153" y="1930399"/>
                </a:lnTo>
                <a:close/>
              </a:path>
              <a:path w="3300095" h="2362200">
                <a:moveTo>
                  <a:pt x="3145715" y="2362199"/>
                </a:moveTo>
                <a:lnTo>
                  <a:pt x="3137259" y="2362199"/>
                </a:lnTo>
                <a:lnTo>
                  <a:pt x="2363015" y="1625599"/>
                </a:lnTo>
                <a:lnTo>
                  <a:pt x="2367501" y="1625599"/>
                </a:lnTo>
                <a:lnTo>
                  <a:pt x="3145715" y="2362199"/>
                </a:lnTo>
                <a:close/>
              </a:path>
              <a:path w="3300095" h="2362200">
                <a:moveTo>
                  <a:pt x="3298013" y="1765299"/>
                </a:moveTo>
                <a:lnTo>
                  <a:pt x="3257001" y="1765299"/>
                </a:lnTo>
                <a:lnTo>
                  <a:pt x="3255261" y="1752599"/>
                </a:lnTo>
                <a:lnTo>
                  <a:pt x="3300031" y="1752599"/>
                </a:lnTo>
                <a:lnTo>
                  <a:pt x="3298013" y="1765299"/>
                </a:lnTo>
                <a:close/>
              </a:path>
              <a:path w="3300095" h="2362200">
                <a:moveTo>
                  <a:pt x="3286176" y="1777999"/>
                </a:moveTo>
                <a:lnTo>
                  <a:pt x="3270963" y="1777999"/>
                </a:lnTo>
                <a:lnTo>
                  <a:pt x="3266483" y="1765299"/>
                </a:lnTo>
                <a:lnTo>
                  <a:pt x="3290628" y="1765299"/>
                </a:lnTo>
                <a:lnTo>
                  <a:pt x="3286176" y="1777999"/>
                </a:lnTo>
                <a:close/>
              </a:path>
              <a:path w="3300095" h="2362200">
                <a:moveTo>
                  <a:pt x="3182802" y="2362199"/>
                </a:moveTo>
                <a:lnTo>
                  <a:pt x="3176886" y="2362199"/>
                </a:lnTo>
                <a:lnTo>
                  <a:pt x="3275541" y="1777999"/>
                </a:lnTo>
                <a:lnTo>
                  <a:pt x="3281456" y="1777999"/>
                </a:lnTo>
                <a:lnTo>
                  <a:pt x="3182802" y="2362199"/>
                </a:lnTo>
                <a:close/>
              </a:path>
              <a:path w="3300095" h="2362200">
                <a:moveTo>
                  <a:pt x="88183" y="1917699"/>
                </a:moveTo>
                <a:lnTo>
                  <a:pt x="46148" y="1917699"/>
                </a:lnTo>
                <a:lnTo>
                  <a:pt x="51115" y="1904999"/>
                </a:lnTo>
                <a:lnTo>
                  <a:pt x="85835" y="1904999"/>
                </a:lnTo>
                <a:lnTo>
                  <a:pt x="88183" y="1917699"/>
                </a:lnTo>
                <a:close/>
              </a:path>
              <a:path w="3300095" h="2362200">
                <a:moveTo>
                  <a:pt x="569185" y="2362199"/>
                </a:moveTo>
                <a:lnTo>
                  <a:pt x="560339" y="2362199"/>
                </a:lnTo>
                <a:lnTo>
                  <a:pt x="80626" y="1943099"/>
                </a:lnTo>
                <a:lnTo>
                  <a:pt x="49160" y="1943099"/>
                </a:lnTo>
                <a:lnTo>
                  <a:pt x="46904" y="1930399"/>
                </a:lnTo>
                <a:lnTo>
                  <a:pt x="44480" y="1917699"/>
                </a:lnTo>
                <a:lnTo>
                  <a:pt x="89581" y="1917699"/>
                </a:lnTo>
                <a:lnTo>
                  <a:pt x="89945" y="1930399"/>
                </a:lnTo>
                <a:lnTo>
                  <a:pt x="88160" y="1930399"/>
                </a:lnTo>
                <a:lnTo>
                  <a:pt x="84783" y="1943099"/>
                </a:lnTo>
                <a:lnTo>
                  <a:pt x="569185" y="2362199"/>
                </a:lnTo>
                <a:close/>
              </a:path>
              <a:path w="3300095" h="2362200">
                <a:moveTo>
                  <a:pt x="2166242" y="1943099"/>
                </a:moveTo>
                <a:lnTo>
                  <a:pt x="2131452" y="1943099"/>
                </a:lnTo>
                <a:lnTo>
                  <a:pt x="2132789" y="1930399"/>
                </a:lnTo>
                <a:lnTo>
                  <a:pt x="2162201" y="1930399"/>
                </a:lnTo>
                <a:lnTo>
                  <a:pt x="2166242" y="1943099"/>
                </a:lnTo>
                <a:close/>
              </a:path>
              <a:path w="3300095" h="2362200">
                <a:moveTo>
                  <a:pt x="2170096" y="1955799"/>
                </a:moveTo>
                <a:lnTo>
                  <a:pt x="2125322" y="1955799"/>
                </a:lnTo>
                <a:lnTo>
                  <a:pt x="2125894" y="1943099"/>
                </a:lnTo>
                <a:lnTo>
                  <a:pt x="2168487" y="1943099"/>
                </a:lnTo>
                <a:lnTo>
                  <a:pt x="2170096" y="1955799"/>
                </a:lnTo>
                <a:close/>
              </a:path>
              <a:path w="3300095" h="2362200">
                <a:moveTo>
                  <a:pt x="1869928" y="2057399"/>
                </a:moveTo>
                <a:lnTo>
                  <a:pt x="1866689" y="2057399"/>
                </a:lnTo>
                <a:lnTo>
                  <a:pt x="2127743" y="1955799"/>
                </a:lnTo>
                <a:lnTo>
                  <a:pt x="2169124" y="1955799"/>
                </a:lnTo>
                <a:lnTo>
                  <a:pt x="2198490" y="1968499"/>
                </a:lnTo>
                <a:lnTo>
                  <a:pt x="2130860" y="1968499"/>
                </a:lnTo>
                <a:lnTo>
                  <a:pt x="1869928" y="2057399"/>
                </a:lnTo>
                <a:close/>
              </a:path>
              <a:path w="3300095" h="2362200">
                <a:moveTo>
                  <a:pt x="2658982" y="2362199"/>
                </a:moveTo>
                <a:lnTo>
                  <a:pt x="2649723" y="2362199"/>
                </a:lnTo>
                <a:lnTo>
                  <a:pt x="2164346" y="1968499"/>
                </a:lnTo>
                <a:lnTo>
                  <a:pt x="2171938" y="1968499"/>
                </a:lnTo>
                <a:lnTo>
                  <a:pt x="2658982" y="2362199"/>
                </a:lnTo>
                <a:close/>
              </a:path>
              <a:path w="3300095" h="2362200">
                <a:moveTo>
                  <a:pt x="3108812" y="2362199"/>
                </a:moveTo>
                <a:lnTo>
                  <a:pt x="3093992" y="2362199"/>
                </a:lnTo>
                <a:lnTo>
                  <a:pt x="2171938" y="1968499"/>
                </a:lnTo>
                <a:lnTo>
                  <a:pt x="2198490" y="1968499"/>
                </a:lnTo>
                <a:lnTo>
                  <a:pt x="3108812" y="2362199"/>
                </a:lnTo>
                <a:close/>
              </a:path>
              <a:path w="3300095" h="2362200">
                <a:moveTo>
                  <a:pt x="1864649" y="2057399"/>
                </a:moveTo>
                <a:lnTo>
                  <a:pt x="1837999" y="2057399"/>
                </a:lnTo>
                <a:lnTo>
                  <a:pt x="1844554" y="2044699"/>
                </a:lnTo>
                <a:lnTo>
                  <a:pt x="1858451" y="2044699"/>
                </a:lnTo>
                <a:lnTo>
                  <a:pt x="1864649" y="2057399"/>
                </a:lnTo>
                <a:close/>
              </a:path>
              <a:path w="3300095" h="2362200">
                <a:moveTo>
                  <a:pt x="1871063" y="2070099"/>
                </a:moveTo>
                <a:lnTo>
                  <a:pt x="1827026" y="2070099"/>
                </a:lnTo>
                <a:lnTo>
                  <a:pt x="1828706" y="2057399"/>
                </a:lnTo>
                <a:lnTo>
                  <a:pt x="1870566" y="2057399"/>
                </a:lnTo>
                <a:lnTo>
                  <a:pt x="1871063" y="2070099"/>
                </a:lnTo>
                <a:close/>
              </a:path>
              <a:path w="3300095" h="2362200">
                <a:moveTo>
                  <a:pt x="1639588" y="2184399"/>
                </a:moveTo>
                <a:lnTo>
                  <a:pt x="1637090" y="2184399"/>
                </a:lnTo>
                <a:lnTo>
                  <a:pt x="1828037" y="2070099"/>
                </a:lnTo>
                <a:lnTo>
                  <a:pt x="1871513" y="2070099"/>
                </a:lnTo>
                <a:lnTo>
                  <a:pt x="1897444" y="2082799"/>
                </a:lnTo>
                <a:lnTo>
                  <a:pt x="1829758" y="2082799"/>
                </a:lnTo>
                <a:lnTo>
                  <a:pt x="1639588" y="2184399"/>
                </a:lnTo>
                <a:close/>
              </a:path>
              <a:path w="3300095" h="2362200">
                <a:moveTo>
                  <a:pt x="1862960" y="2095499"/>
                </a:moveTo>
                <a:lnTo>
                  <a:pt x="1838855" y="2095499"/>
                </a:lnTo>
                <a:lnTo>
                  <a:pt x="1834997" y="2082799"/>
                </a:lnTo>
                <a:lnTo>
                  <a:pt x="1866262" y="2082799"/>
                </a:lnTo>
                <a:lnTo>
                  <a:pt x="1862960" y="2095499"/>
                </a:lnTo>
                <a:close/>
              </a:path>
              <a:path w="3300095" h="2362200">
                <a:moveTo>
                  <a:pt x="2215232" y="2362199"/>
                </a:moveTo>
                <a:lnTo>
                  <a:pt x="2205963" y="2362199"/>
                </a:lnTo>
                <a:lnTo>
                  <a:pt x="1866262" y="2082799"/>
                </a:lnTo>
                <a:lnTo>
                  <a:pt x="1869527" y="2082799"/>
                </a:lnTo>
                <a:lnTo>
                  <a:pt x="2215232" y="2362199"/>
                </a:lnTo>
                <a:close/>
              </a:path>
              <a:path w="3300095" h="2362200">
                <a:moveTo>
                  <a:pt x="2467920" y="2362199"/>
                </a:moveTo>
                <a:lnTo>
                  <a:pt x="2454569" y="2362199"/>
                </a:lnTo>
                <a:lnTo>
                  <a:pt x="1869527" y="2082799"/>
                </a:lnTo>
                <a:lnTo>
                  <a:pt x="1897444" y="2082799"/>
                </a:lnTo>
                <a:lnTo>
                  <a:pt x="2467920" y="2362199"/>
                </a:lnTo>
                <a:close/>
              </a:path>
              <a:path w="3300095" h="2362200">
                <a:moveTo>
                  <a:pt x="1890176" y="2362199"/>
                </a:moveTo>
                <a:lnTo>
                  <a:pt x="1884311" y="2362199"/>
                </a:lnTo>
                <a:lnTo>
                  <a:pt x="1848409" y="2095499"/>
                </a:lnTo>
                <a:lnTo>
                  <a:pt x="1854253" y="2095499"/>
                </a:lnTo>
                <a:lnTo>
                  <a:pt x="1890176" y="2362199"/>
                </a:lnTo>
                <a:close/>
              </a:path>
              <a:path w="3300095" h="2362200">
                <a:moveTo>
                  <a:pt x="1636070" y="2184399"/>
                </a:moveTo>
                <a:lnTo>
                  <a:pt x="1598174" y="2184399"/>
                </a:lnTo>
                <a:lnTo>
                  <a:pt x="1602139" y="2171699"/>
                </a:lnTo>
                <a:lnTo>
                  <a:pt x="1634842" y="2171699"/>
                </a:lnTo>
                <a:lnTo>
                  <a:pt x="1636070" y="2184399"/>
                </a:lnTo>
                <a:close/>
              </a:path>
              <a:path w="3300095" h="2362200">
                <a:moveTo>
                  <a:pt x="1641557" y="2197099"/>
                </a:moveTo>
                <a:lnTo>
                  <a:pt x="1596508" y="2197099"/>
                </a:lnTo>
                <a:lnTo>
                  <a:pt x="1596156" y="2184399"/>
                </a:lnTo>
                <a:lnTo>
                  <a:pt x="1640089" y="2184399"/>
                </a:lnTo>
                <a:lnTo>
                  <a:pt x="1641557" y="2197099"/>
                </a:lnTo>
                <a:close/>
              </a:path>
              <a:path w="3300095" h="2362200">
                <a:moveTo>
                  <a:pt x="998862" y="2362199"/>
                </a:moveTo>
                <a:lnTo>
                  <a:pt x="976330" y="2362199"/>
                </a:lnTo>
                <a:lnTo>
                  <a:pt x="1596985" y="2197099"/>
                </a:lnTo>
                <a:lnTo>
                  <a:pt x="1599065" y="2197099"/>
                </a:lnTo>
                <a:lnTo>
                  <a:pt x="998862" y="2362199"/>
                </a:lnTo>
                <a:close/>
              </a:path>
              <a:path w="3300095" h="2362200">
                <a:moveTo>
                  <a:pt x="1635009" y="2209799"/>
                </a:moveTo>
                <a:lnTo>
                  <a:pt x="1600267" y="2209799"/>
                </a:lnTo>
                <a:lnTo>
                  <a:pt x="1599065" y="2197099"/>
                </a:lnTo>
                <a:lnTo>
                  <a:pt x="1639946" y="2197099"/>
                </a:lnTo>
                <a:lnTo>
                  <a:pt x="1635009" y="2209799"/>
                </a:lnTo>
                <a:close/>
              </a:path>
              <a:path w="3300095" h="2362200">
                <a:moveTo>
                  <a:pt x="1723078" y="2362199"/>
                </a:moveTo>
                <a:lnTo>
                  <a:pt x="1716216" y="2362199"/>
                </a:lnTo>
                <a:lnTo>
                  <a:pt x="1624941" y="2209799"/>
                </a:lnTo>
                <a:lnTo>
                  <a:pt x="1630315" y="2209799"/>
                </a:lnTo>
                <a:lnTo>
                  <a:pt x="1723078" y="2362199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03966" y="5102024"/>
            <a:ext cx="45720" cy="41910"/>
          </a:xfrm>
          <a:custGeom>
            <a:avLst/>
            <a:gdLst/>
            <a:ahLst/>
            <a:cxnLst/>
            <a:rect l="l" t="t" r="r" b="b"/>
            <a:pathLst>
              <a:path w="45720" h="41910">
                <a:moveTo>
                  <a:pt x="34878" y="41475"/>
                </a:moveTo>
                <a:lnTo>
                  <a:pt x="11078" y="41475"/>
                </a:lnTo>
                <a:lnTo>
                  <a:pt x="8272" y="38931"/>
                </a:lnTo>
                <a:lnTo>
                  <a:pt x="4699" y="35694"/>
                </a:lnTo>
                <a:lnTo>
                  <a:pt x="2429" y="31636"/>
                </a:lnTo>
                <a:lnTo>
                  <a:pt x="0" y="20523"/>
                </a:lnTo>
                <a:lnTo>
                  <a:pt x="1668" y="13172"/>
                </a:lnTo>
                <a:lnTo>
                  <a:pt x="6630" y="7660"/>
                </a:lnTo>
                <a:lnTo>
                  <a:pt x="10611" y="3284"/>
                </a:lnTo>
                <a:lnTo>
                  <a:pt x="16008" y="697"/>
                </a:lnTo>
                <a:lnTo>
                  <a:pt x="21931" y="399"/>
                </a:lnTo>
                <a:lnTo>
                  <a:pt x="27858" y="0"/>
                </a:lnTo>
                <a:lnTo>
                  <a:pt x="45491" y="27159"/>
                </a:lnTo>
                <a:lnTo>
                  <a:pt x="43508" y="32839"/>
                </a:lnTo>
                <a:lnTo>
                  <a:pt x="39532" y="37239"/>
                </a:lnTo>
                <a:lnTo>
                  <a:pt x="37401" y="39548"/>
                </a:lnTo>
                <a:lnTo>
                  <a:pt x="34878" y="41475"/>
                </a:lnTo>
                <a:close/>
              </a:path>
            </a:pathLst>
          </a:custGeom>
          <a:solidFill>
            <a:srgbClr val="E1E4F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38810" y="0"/>
            <a:ext cx="3405191" cy="514349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90"/>
              <a:t>Thank</a:t>
            </a:r>
            <a:r>
              <a:rPr dirty="0" sz="6000" spc="-615"/>
              <a:t> </a:t>
            </a:r>
            <a:r>
              <a:rPr dirty="0" sz="6000" spc="-540"/>
              <a:t>Y</a:t>
            </a:r>
            <a:r>
              <a:rPr dirty="0" sz="6000" spc="-5"/>
              <a:t>ou</a:t>
            </a:r>
            <a:endParaRPr sz="6000"/>
          </a:p>
        </p:txBody>
      </p:sp>
      <p:sp>
        <p:nvSpPr>
          <p:cNvPr id="8" name="object 8"/>
          <p:cNvSpPr txBox="1"/>
          <p:nvPr/>
        </p:nvSpPr>
        <p:spPr>
          <a:xfrm>
            <a:off x="1849759" y="2637662"/>
            <a:ext cx="2164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22244B"/>
                </a:solidFill>
                <a:latin typeface="Trebuchet MS"/>
                <a:cs typeface="Trebuchet MS"/>
              </a:rPr>
              <a:t>Do</a:t>
            </a:r>
            <a:r>
              <a:rPr dirty="0" sz="1400" spc="-100" b="1">
                <a:solidFill>
                  <a:srgbClr val="22244B"/>
                </a:solidFill>
                <a:latin typeface="Trebuchet MS"/>
                <a:cs typeface="Trebuchet MS"/>
              </a:rPr>
              <a:t> </a:t>
            </a:r>
            <a:r>
              <a:rPr dirty="0" sz="1400" spc="-60" b="1">
                <a:solidFill>
                  <a:srgbClr val="22244B"/>
                </a:solidFill>
                <a:latin typeface="Trebuchet MS"/>
                <a:cs typeface="Trebuchet MS"/>
              </a:rPr>
              <a:t>you</a:t>
            </a:r>
            <a:r>
              <a:rPr dirty="0" sz="1400" spc="-95" b="1">
                <a:solidFill>
                  <a:srgbClr val="22244B"/>
                </a:solidFill>
                <a:latin typeface="Trebuchet MS"/>
                <a:cs typeface="Trebuchet MS"/>
              </a:rPr>
              <a:t> </a:t>
            </a:r>
            <a:r>
              <a:rPr dirty="0" sz="1400" spc="-60" b="1">
                <a:solidFill>
                  <a:srgbClr val="22244B"/>
                </a:solidFill>
                <a:latin typeface="Trebuchet MS"/>
                <a:cs typeface="Trebuchet MS"/>
              </a:rPr>
              <a:t>have</a:t>
            </a:r>
            <a:r>
              <a:rPr dirty="0" sz="1400" spc="-95" b="1">
                <a:solidFill>
                  <a:srgbClr val="22244B"/>
                </a:solidFill>
                <a:latin typeface="Trebuchet MS"/>
                <a:cs typeface="Trebuchet MS"/>
              </a:rPr>
              <a:t> </a:t>
            </a:r>
            <a:r>
              <a:rPr dirty="0" sz="1400" spc="-55" b="1">
                <a:solidFill>
                  <a:srgbClr val="22244B"/>
                </a:solidFill>
                <a:latin typeface="Trebuchet MS"/>
                <a:cs typeface="Trebuchet MS"/>
              </a:rPr>
              <a:t>any</a:t>
            </a:r>
            <a:r>
              <a:rPr dirty="0" sz="1400" spc="-95" b="1">
                <a:solidFill>
                  <a:srgbClr val="22244B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22244B"/>
                </a:solidFill>
                <a:latin typeface="Trebuchet MS"/>
                <a:cs typeface="Trebuchet MS"/>
              </a:rPr>
              <a:t>questions?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1699" y="3110525"/>
            <a:ext cx="3405504" cy="1544955"/>
          </a:xfrm>
          <a:custGeom>
            <a:avLst/>
            <a:gdLst/>
            <a:ahLst/>
            <a:cxnLst/>
            <a:rect l="l" t="t" r="r" b="b"/>
            <a:pathLst>
              <a:path w="3405504" h="1544954">
                <a:moveTo>
                  <a:pt x="3405299" y="1544399"/>
                </a:moveTo>
                <a:lnTo>
                  <a:pt x="0" y="1544399"/>
                </a:lnTo>
                <a:lnTo>
                  <a:pt x="0" y="0"/>
                </a:lnTo>
                <a:lnTo>
                  <a:pt x="3405299" y="0"/>
                </a:lnTo>
                <a:lnTo>
                  <a:pt x="3405299" y="1544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244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DealForge Project Proposal</dc:title>
  <dcterms:created xsi:type="dcterms:W3CDTF">2026-06-23T11:46:52Z</dcterms:created>
  <dcterms:modified xsi:type="dcterms:W3CDTF">2026-06-23T11:46:52Z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2026-06-23T00:00:00Z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2026-06-23T00:00:00Z</vt:filetime>
  </property>
</Properties>
</file>